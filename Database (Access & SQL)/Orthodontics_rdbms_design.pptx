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Arimo"/>
      <p:regular r:id="rId33"/>
      <p:bold r:id="rId34"/>
      <p:italic r:id="rId35"/>
      <p:boldItalic r:id="rId36"/>
    </p:embeddedFont>
    <p:embeddedFont>
      <p:font typeface="Anaheim"/>
      <p:regular r:id="rId37"/>
    </p:embeddedFont>
    <p:embeddedFont>
      <p:font typeface="Bebas Neue"/>
      <p:regular r:id="rId38"/>
    </p:embeddedFont>
    <p:embeddedFont>
      <p:font typeface="Poppins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Bold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Arim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Arimo-italic.fntdata"/><Relationship Id="rId12" Type="http://schemas.openxmlformats.org/officeDocument/2006/relationships/slide" Target="slides/slide6.xml"/><Relationship Id="rId34" Type="http://schemas.openxmlformats.org/officeDocument/2006/relationships/font" Target="fonts/Arimo-bold.fntdata"/><Relationship Id="rId15" Type="http://schemas.openxmlformats.org/officeDocument/2006/relationships/slide" Target="slides/slide9.xml"/><Relationship Id="rId37" Type="http://schemas.openxmlformats.org/officeDocument/2006/relationships/font" Target="fonts/Anaheim-regular.fntdata"/><Relationship Id="rId14" Type="http://schemas.openxmlformats.org/officeDocument/2006/relationships/slide" Target="slides/slide8.xml"/><Relationship Id="rId36" Type="http://schemas.openxmlformats.org/officeDocument/2006/relationships/font" Target="fonts/Arimo-boldItalic.fntdata"/><Relationship Id="rId17" Type="http://schemas.openxmlformats.org/officeDocument/2006/relationships/slide" Target="slides/slide11.xml"/><Relationship Id="rId39" Type="http://schemas.openxmlformats.org/officeDocument/2006/relationships/font" Target="fonts/PoppinsExtraBold-bold.fntdata"/><Relationship Id="rId16" Type="http://schemas.openxmlformats.org/officeDocument/2006/relationships/slide" Target="slides/slide10.xml"/><Relationship Id="rId38" Type="http://schemas.openxmlformats.org/officeDocument/2006/relationships/font" Target="fonts/BebasNeue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g2db5d75083e_2_2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3" name="Google Shape;2883;g2db5d75083e_2_28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g2db5d75083e_2_2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3" name="Google Shape;2903;g2db5d75083e_2_28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2db5d75083e_2_2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1" name="Google Shape;2911;g2db5d75083e_2_28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2db5d75083e_2_2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2" name="Google Shape;2922;g2db5d75083e_2_28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8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g2db5df440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0" name="Google Shape;2930;g2db5df440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2db5df4401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7" name="Google Shape;2937;g2db5df4401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g2db5df4401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4" name="Google Shape;2944;g2db5df4401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g2db5df4401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1" name="Google Shape;2951;g2db5df440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g2db5df4401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8" name="Google Shape;2958;g2db5df4401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g2db5df4401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5" name="Google Shape;2965;g2db5df4401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2db5d75083e_2_2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2" name="Google Shape;2972;g2db5d75083e_2_28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g202b8648e60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8" name="Google Shape;3098;g202b8648e60_0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g202b8648e6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3" name="Google Shape;3223;g202b8648e60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g202b8648e60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8" name="Google Shape;3348;g202b8648e60_0_3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g202b8648e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3" name="Google Shape;3473;g202b8648e6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g202b8648e60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8" name="Google Shape;3598;g202b8648e60_0_5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2" name="Shape 3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3" name="Google Shape;3723;g2db6d7e75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4" name="Google Shape;3724;g2db6d7e75ea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2db6d7e75e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9" name="Google Shape;3849;g2db6d7e75ea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2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g2db6d7e75e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4" name="Google Shape;3974;g2db6d7e75ea_0_2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2db6d7e75e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0" name="Google Shape;3980;g2db6d7e75ea_0_2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3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g2db6d7e75ea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5" name="Google Shape;4105;g2db6d7e75ea_0_3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9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Google Shape;4110;g2db6d7e75ea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1" name="Google Shape;4111;g2db6d7e75ea_0_5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4" name="Shape 4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5" name="Google Shape;4235;g2db6d7e75ea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6" name="Google Shape;4236;g2db6d7e75ea_0_6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0" name="Shape 4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1" name="Google Shape;4241;g2db6d7e75ea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2" name="Google Shape;4242;g2db6d7e75ea_0_7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5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Google Shape;4366;g2db5a3413bb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7" name="Google Shape;4367;g2db5a3413bb_2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1" name="Shape 4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Google Shape;4492;g2db5d75083e_2_2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3" name="Google Shape;4493;g2db5d75083e_2_28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b="1" sz="66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-450421" y="-383843"/>
            <a:ext cx="1507863" cy="1510278"/>
            <a:chOff x="39184" y="-151930"/>
            <a:chExt cx="1309806" cy="1311904"/>
          </a:xfrm>
        </p:grpSpPr>
        <p:sp>
          <p:nvSpPr>
            <p:cNvPr id="60" name="Google Shape;60;p14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14"/>
          <p:cNvGrpSpPr/>
          <p:nvPr/>
        </p:nvGrpSpPr>
        <p:grpSpPr>
          <a:xfrm flipH="1">
            <a:off x="8057475" y="4108380"/>
            <a:ext cx="1507863" cy="1510278"/>
            <a:chOff x="39184" y="-151930"/>
            <a:chExt cx="1309806" cy="1311904"/>
          </a:xfrm>
        </p:grpSpPr>
        <p:sp>
          <p:nvSpPr>
            <p:cNvPr id="178" name="Google Shape;178;p14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obj">
  <p:cSld name="OBJEC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15"/>
          <p:cNvSpPr txBox="1"/>
          <p:nvPr>
            <p:ph idx="1" type="body"/>
          </p:nvPr>
        </p:nvSpPr>
        <p:spPr>
          <a:xfrm>
            <a:off x="723900" y="1250612"/>
            <a:ext cx="7696200" cy="323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8" name="Google Shape;298;p15"/>
          <p:cNvSpPr/>
          <p:nvPr/>
        </p:nvSpPr>
        <p:spPr>
          <a:xfrm>
            <a:off x="8403036" y="4402536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-1093603" y="3011591"/>
            <a:ext cx="2187206" cy="2575530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15"/>
          <p:cNvGrpSpPr/>
          <p:nvPr/>
        </p:nvGrpSpPr>
        <p:grpSpPr>
          <a:xfrm>
            <a:off x="8335771" y="-708522"/>
            <a:ext cx="1507863" cy="1510278"/>
            <a:chOff x="39184" y="-151930"/>
            <a:chExt cx="1309806" cy="1311904"/>
          </a:xfrm>
        </p:grpSpPr>
        <p:sp>
          <p:nvSpPr>
            <p:cNvPr id="301" name="Google Shape;301;p15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6"/>
          <p:cNvSpPr txBox="1"/>
          <p:nvPr>
            <p:ph idx="10" type="dt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6"/>
          <p:cNvSpPr txBox="1"/>
          <p:nvPr>
            <p:ph idx="12" type="sldNum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16"/>
          <p:cNvSpPr txBox="1"/>
          <p:nvPr>
            <p:ph idx="1" type="body"/>
          </p:nvPr>
        </p:nvSpPr>
        <p:spPr>
          <a:xfrm>
            <a:off x="1252228" y="2327721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3" name="Google Shape;423;p16"/>
          <p:cNvSpPr txBox="1"/>
          <p:nvPr>
            <p:ph idx="2" type="body"/>
          </p:nvPr>
        </p:nvSpPr>
        <p:spPr>
          <a:xfrm>
            <a:off x="20363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4" name="Google Shape;424;p16"/>
          <p:cNvSpPr txBox="1"/>
          <p:nvPr>
            <p:ph idx="3" type="body"/>
          </p:nvPr>
        </p:nvSpPr>
        <p:spPr>
          <a:xfrm>
            <a:off x="1261145" y="183796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5" name="Google Shape;425;p16"/>
          <p:cNvSpPr txBox="1"/>
          <p:nvPr>
            <p:ph idx="4" type="body"/>
          </p:nvPr>
        </p:nvSpPr>
        <p:spPr>
          <a:xfrm>
            <a:off x="5024130" y="2327720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6" name="Google Shape;426;p16"/>
          <p:cNvSpPr txBox="1"/>
          <p:nvPr>
            <p:ph idx="5" type="body"/>
          </p:nvPr>
        </p:nvSpPr>
        <p:spPr>
          <a:xfrm>
            <a:off x="58082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7" name="Google Shape;427;p16"/>
          <p:cNvSpPr txBox="1"/>
          <p:nvPr>
            <p:ph idx="6" type="body"/>
          </p:nvPr>
        </p:nvSpPr>
        <p:spPr>
          <a:xfrm>
            <a:off x="5024127" y="1837962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8" name="Google Shape;428;p16"/>
          <p:cNvSpPr txBox="1"/>
          <p:nvPr>
            <p:ph idx="7" type="body"/>
          </p:nvPr>
        </p:nvSpPr>
        <p:spPr>
          <a:xfrm>
            <a:off x="5024128" y="3797068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9" name="Google Shape;429;p16"/>
          <p:cNvSpPr txBox="1"/>
          <p:nvPr>
            <p:ph idx="8" type="body"/>
          </p:nvPr>
        </p:nvSpPr>
        <p:spPr>
          <a:xfrm>
            <a:off x="5808218" y="3307310"/>
            <a:ext cx="2083551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0" name="Google Shape;430;p16"/>
          <p:cNvSpPr txBox="1"/>
          <p:nvPr>
            <p:ph idx="9" type="body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1" name="Google Shape;431;p16"/>
          <p:cNvSpPr txBox="1"/>
          <p:nvPr>
            <p:ph idx="13" type="body"/>
          </p:nvPr>
        </p:nvSpPr>
        <p:spPr>
          <a:xfrm>
            <a:off x="1252228" y="3797069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2" name="Google Shape;432;p16"/>
          <p:cNvSpPr txBox="1"/>
          <p:nvPr>
            <p:ph idx="14" type="body"/>
          </p:nvPr>
        </p:nvSpPr>
        <p:spPr>
          <a:xfrm>
            <a:off x="2036322" y="3307311"/>
            <a:ext cx="2083550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3" name="Google Shape;433;p16"/>
          <p:cNvSpPr txBox="1"/>
          <p:nvPr>
            <p:ph idx="15" type="body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4" name="Google Shape;434;p16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16"/>
          <p:cNvSpPr/>
          <p:nvPr/>
        </p:nvSpPr>
        <p:spPr>
          <a:xfrm rot="10800000">
            <a:off x="-605116" y="4164123"/>
            <a:ext cx="2187206" cy="2575530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p16"/>
          <p:cNvGrpSpPr/>
          <p:nvPr/>
        </p:nvGrpSpPr>
        <p:grpSpPr>
          <a:xfrm>
            <a:off x="7891769" y="-388070"/>
            <a:ext cx="1658248" cy="1282517"/>
            <a:chOff x="5136226" y="2246221"/>
            <a:chExt cx="1254126" cy="969962"/>
          </a:xfrm>
        </p:grpSpPr>
        <p:sp>
          <p:nvSpPr>
            <p:cNvPr id="437" name="Google Shape;437;p16"/>
            <p:cNvSpPr/>
            <p:nvPr/>
          </p:nvSpPr>
          <p:spPr>
            <a:xfrm>
              <a:off x="5448964" y="2246221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5136226" y="255895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5521989" y="2570071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16"/>
          <p:cNvGrpSpPr/>
          <p:nvPr/>
        </p:nvGrpSpPr>
        <p:grpSpPr>
          <a:xfrm>
            <a:off x="-883944" y="2944653"/>
            <a:ext cx="1507863" cy="1510278"/>
            <a:chOff x="39184" y="-151930"/>
            <a:chExt cx="1309806" cy="1311904"/>
          </a:xfrm>
        </p:grpSpPr>
        <p:sp>
          <p:nvSpPr>
            <p:cNvPr id="442" name="Google Shape;442;p16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7"/>
          <p:cNvSpPr txBox="1"/>
          <p:nvPr>
            <p:ph type="title"/>
          </p:nvPr>
        </p:nvSpPr>
        <p:spPr>
          <a:xfrm>
            <a:off x="723900" y="1971470"/>
            <a:ext cx="6883130" cy="7987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5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17"/>
          <p:cNvSpPr txBox="1"/>
          <p:nvPr>
            <p:ph idx="1" type="body"/>
          </p:nvPr>
        </p:nvSpPr>
        <p:spPr>
          <a:xfrm>
            <a:off x="723900" y="2727185"/>
            <a:ext cx="6883130" cy="449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2" name="Google Shape;562;p17"/>
          <p:cNvSpPr txBox="1"/>
          <p:nvPr>
            <p:ph idx="2" type="body"/>
          </p:nvPr>
        </p:nvSpPr>
        <p:spPr>
          <a:xfrm>
            <a:off x="723901" y="974767"/>
            <a:ext cx="1117869" cy="64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63" name="Google Shape;563;p17"/>
          <p:cNvGrpSpPr/>
          <p:nvPr/>
        </p:nvGrpSpPr>
        <p:grpSpPr>
          <a:xfrm rot="10800000">
            <a:off x="7203958" y="-155157"/>
            <a:ext cx="2187206" cy="2789633"/>
            <a:chOff x="3700202" y="2700338"/>
            <a:chExt cx="1654175" cy="2109788"/>
          </a:xfrm>
        </p:grpSpPr>
        <p:sp>
          <p:nvSpPr>
            <p:cNvPr id="564" name="Google Shape;564;p17"/>
            <p:cNvSpPr/>
            <p:nvPr/>
          </p:nvSpPr>
          <p:spPr>
            <a:xfrm>
              <a:off x="3700202" y="2700338"/>
              <a:ext cx="1654175" cy="2109788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3703377" y="3690938"/>
              <a:ext cx="1117600" cy="1117600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4057390" y="3656013"/>
              <a:ext cx="935038" cy="652463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3746240" y="3967163"/>
              <a:ext cx="935038" cy="652463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4128827" y="3976688"/>
              <a:ext cx="401638" cy="401638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4211377" y="3895725"/>
              <a:ext cx="401638" cy="401638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17"/>
          <p:cNvSpPr/>
          <p:nvPr/>
        </p:nvSpPr>
        <p:spPr>
          <a:xfrm rot="5400000">
            <a:off x="7871" y="3678747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17"/>
          <p:cNvGrpSpPr/>
          <p:nvPr/>
        </p:nvGrpSpPr>
        <p:grpSpPr>
          <a:xfrm>
            <a:off x="-36209" y="4108002"/>
            <a:ext cx="1658248" cy="1282517"/>
            <a:chOff x="5136226" y="2246221"/>
            <a:chExt cx="1254126" cy="969962"/>
          </a:xfrm>
        </p:grpSpPr>
        <p:sp>
          <p:nvSpPr>
            <p:cNvPr id="572" name="Google Shape;572;p17"/>
            <p:cNvSpPr/>
            <p:nvPr/>
          </p:nvSpPr>
          <p:spPr>
            <a:xfrm>
              <a:off x="5448964" y="2246221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5136226" y="255895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5521989" y="2570071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6" name="Google Shape;576;p17"/>
          <p:cNvGrpSpPr/>
          <p:nvPr/>
        </p:nvGrpSpPr>
        <p:grpSpPr>
          <a:xfrm flipH="1">
            <a:off x="8012764" y="4051315"/>
            <a:ext cx="1507863" cy="1510278"/>
            <a:chOff x="39184" y="-151930"/>
            <a:chExt cx="1309806" cy="1311904"/>
          </a:xfrm>
        </p:grpSpPr>
        <p:sp>
          <p:nvSpPr>
            <p:cNvPr id="577" name="Google Shape;577;p17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7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7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7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7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7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7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7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7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7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7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7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7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7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7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7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7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7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7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7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8"/>
          <p:cNvSpPr txBox="1"/>
          <p:nvPr>
            <p:ph idx="1" type="body"/>
          </p:nvPr>
        </p:nvSpPr>
        <p:spPr>
          <a:xfrm>
            <a:off x="723901" y="1329448"/>
            <a:ext cx="3848100" cy="2295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3302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6" name="Google Shape;696;p18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8"/>
          <p:cNvSpPr/>
          <p:nvPr/>
        </p:nvSpPr>
        <p:spPr>
          <a:xfrm>
            <a:off x="8421714" y="4402286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8"/>
          <p:cNvSpPr/>
          <p:nvPr>
            <p:ph idx="2" type="pic"/>
          </p:nvPr>
        </p:nvSpPr>
        <p:spPr>
          <a:xfrm>
            <a:off x="5124450" y="1337435"/>
            <a:ext cx="3295650" cy="2804616"/>
          </a:xfrm>
          <a:prstGeom prst="roundRect">
            <a:avLst>
              <a:gd fmla="val 7665" name="adj"/>
            </a:avLst>
          </a:prstGeom>
          <a:noFill/>
          <a:ln>
            <a:noFill/>
          </a:ln>
        </p:spPr>
      </p:sp>
      <p:grpSp>
        <p:nvGrpSpPr>
          <p:cNvPr id="699" name="Google Shape;699;p18"/>
          <p:cNvGrpSpPr/>
          <p:nvPr/>
        </p:nvGrpSpPr>
        <p:grpSpPr>
          <a:xfrm flipH="1">
            <a:off x="-132623" y="3762786"/>
            <a:ext cx="1507863" cy="1510278"/>
            <a:chOff x="39184" y="-151930"/>
            <a:chExt cx="1309806" cy="1311904"/>
          </a:xfrm>
        </p:grpSpPr>
        <p:sp>
          <p:nvSpPr>
            <p:cNvPr id="700" name="Google Shape;700;p18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8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8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8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9"/>
          <p:cNvSpPr txBox="1"/>
          <p:nvPr>
            <p:ph idx="1" type="body"/>
          </p:nvPr>
        </p:nvSpPr>
        <p:spPr>
          <a:xfrm>
            <a:off x="1511030" y="3006348"/>
            <a:ext cx="2464340" cy="89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3302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9" name="Google Shape;819;p19"/>
          <p:cNvSpPr txBox="1"/>
          <p:nvPr>
            <p:ph idx="2" type="body"/>
          </p:nvPr>
        </p:nvSpPr>
        <p:spPr>
          <a:xfrm>
            <a:off x="5168632" y="3006348"/>
            <a:ext cx="2464338" cy="89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3302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0" name="Google Shape;820;p19"/>
          <p:cNvSpPr txBox="1"/>
          <p:nvPr>
            <p:ph idx="3" type="body"/>
          </p:nvPr>
        </p:nvSpPr>
        <p:spPr>
          <a:xfrm>
            <a:off x="1511030" y="2581073"/>
            <a:ext cx="2464340" cy="450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1" name="Google Shape;821;p19"/>
          <p:cNvSpPr txBox="1"/>
          <p:nvPr>
            <p:ph idx="4" type="body"/>
          </p:nvPr>
        </p:nvSpPr>
        <p:spPr>
          <a:xfrm>
            <a:off x="5168632" y="2581073"/>
            <a:ext cx="2464338" cy="450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2" name="Google Shape;822;p19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3" name="Google Shape;823;p19"/>
          <p:cNvGrpSpPr/>
          <p:nvPr/>
        </p:nvGrpSpPr>
        <p:grpSpPr>
          <a:xfrm>
            <a:off x="-15880" y="3526526"/>
            <a:ext cx="2300556" cy="2575530"/>
            <a:chOff x="3238240" y="323850"/>
            <a:chExt cx="1739901" cy="1947863"/>
          </a:xfrm>
        </p:grpSpPr>
        <p:sp>
          <p:nvSpPr>
            <p:cNvPr id="824" name="Google Shape;824;p19"/>
            <p:cNvSpPr/>
            <p:nvPr/>
          </p:nvSpPr>
          <p:spPr>
            <a:xfrm>
              <a:off x="3238240" y="323850"/>
              <a:ext cx="1654175" cy="1947863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9"/>
            <p:cNvSpPr/>
            <p:nvPr/>
          </p:nvSpPr>
          <p:spPr>
            <a:xfrm>
              <a:off x="4036753" y="94773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9"/>
            <p:cNvSpPr/>
            <p:nvPr/>
          </p:nvSpPr>
          <p:spPr>
            <a:xfrm>
              <a:off x="3724015" y="1260475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9"/>
            <p:cNvSpPr/>
            <p:nvPr/>
          </p:nvSpPr>
          <p:spPr>
            <a:xfrm>
              <a:off x="4109778" y="1271588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9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 and three columns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0"/>
          <p:cNvSpPr txBox="1"/>
          <p:nvPr>
            <p:ph idx="1" type="body"/>
          </p:nvPr>
        </p:nvSpPr>
        <p:spPr>
          <a:xfrm>
            <a:off x="817925" y="3073338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3302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1" name="Google Shape;831;p20"/>
          <p:cNvSpPr txBox="1"/>
          <p:nvPr>
            <p:ph idx="2" type="body"/>
          </p:nvPr>
        </p:nvSpPr>
        <p:spPr>
          <a:xfrm>
            <a:off x="3432412" y="3073338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3302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2" name="Google Shape;832;p20"/>
          <p:cNvSpPr txBox="1"/>
          <p:nvPr>
            <p:ph idx="3" type="body"/>
          </p:nvPr>
        </p:nvSpPr>
        <p:spPr>
          <a:xfrm>
            <a:off x="817926" y="2709438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3" name="Google Shape;833;p20"/>
          <p:cNvSpPr txBox="1"/>
          <p:nvPr>
            <p:ph idx="4" type="body"/>
          </p:nvPr>
        </p:nvSpPr>
        <p:spPr>
          <a:xfrm>
            <a:off x="3432412" y="2707760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4" name="Google Shape;834;p20"/>
          <p:cNvSpPr txBox="1"/>
          <p:nvPr>
            <p:ph idx="5" type="body"/>
          </p:nvPr>
        </p:nvSpPr>
        <p:spPr>
          <a:xfrm>
            <a:off x="6067792" y="3073337"/>
            <a:ext cx="2279176" cy="839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3302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5" name="Google Shape;835;p20"/>
          <p:cNvSpPr txBox="1"/>
          <p:nvPr>
            <p:ph idx="6" type="body"/>
          </p:nvPr>
        </p:nvSpPr>
        <p:spPr>
          <a:xfrm>
            <a:off x="6067793" y="2703610"/>
            <a:ext cx="2279176" cy="392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6" name="Google Shape;836;p20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7" name="Google Shape;837;p20"/>
          <p:cNvSpPr/>
          <p:nvPr/>
        </p:nvSpPr>
        <p:spPr>
          <a:xfrm rot="10800000">
            <a:off x="-4702" y="0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20"/>
          <p:cNvGrpSpPr/>
          <p:nvPr/>
        </p:nvGrpSpPr>
        <p:grpSpPr>
          <a:xfrm>
            <a:off x="8273608" y="4200584"/>
            <a:ext cx="1507863" cy="1510278"/>
            <a:chOff x="39184" y="-151930"/>
            <a:chExt cx="1309806" cy="1311904"/>
          </a:xfrm>
        </p:grpSpPr>
        <p:sp>
          <p:nvSpPr>
            <p:cNvPr id="839" name="Google Shape;839;p20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0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0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0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0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0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0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0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0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0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0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0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0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0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0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0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0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0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0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0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0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0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0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0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0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0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0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0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0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0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0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0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0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0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0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0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0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0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0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0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0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0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0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0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0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0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0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0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0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0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0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0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6" name="Google Shape;956;p20"/>
          <p:cNvGrpSpPr/>
          <p:nvPr/>
        </p:nvGrpSpPr>
        <p:grpSpPr>
          <a:xfrm flipH="1">
            <a:off x="8324353" y="-624148"/>
            <a:ext cx="1507863" cy="1510278"/>
            <a:chOff x="39184" y="-151930"/>
            <a:chExt cx="1309806" cy="1311904"/>
          </a:xfrm>
        </p:grpSpPr>
        <p:sp>
          <p:nvSpPr>
            <p:cNvPr id="957" name="Google Shape;957;p20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0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0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0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0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0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0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0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0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0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0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0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0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0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0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0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0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0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0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0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0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0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0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0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0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1075;p21"/>
          <p:cNvGrpSpPr/>
          <p:nvPr/>
        </p:nvGrpSpPr>
        <p:grpSpPr>
          <a:xfrm>
            <a:off x="7144602" y="3147253"/>
            <a:ext cx="2300556" cy="2575530"/>
            <a:chOff x="3238240" y="323850"/>
            <a:chExt cx="1739901" cy="1947863"/>
          </a:xfrm>
        </p:grpSpPr>
        <p:sp>
          <p:nvSpPr>
            <p:cNvPr id="1076" name="Google Shape;1076;p21"/>
            <p:cNvSpPr/>
            <p:nvPr/>
          </p:nvSpPr>
          <p:spPr>
            <a:xfrm>
              <a:off x="3238240" y="323850"/>
              <a:ext cx="1654175" cy="1947863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1"/>
            <p:cNvSpPr/>
            <p:nvPr/>
          </p:nvSpPr>
          <p:spPr>
            <a:xfrm>
              <a:off x="4036753" y="94773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1"/>
            <p:cNvSpPr/>
            <p:nvPr/>
          </p:nvSpPr>
          <p:spPr>
            <a:xfrm>
              <a:off x="3724015" y="1260475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1"/>
            <p:cNvSpPr/>
            <p:nvPr/>
          </p:nvSpPr>
          <p:spPr>
            <a:xfrm>
              <a:off x="4109778" y="1271588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1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1" name="Google Shape;1081;p21"/>
          <p:cNvSpPr txBox="1"/>
          <p:nvPr>
            <p:ph type="title"/>
          </p:nvPr>
        </p:nvSpPr>
        <p:spPr>
          <a:xfrm>
            <a:off x="723901" y="1362353"/>
            <a:ext cx="3998224" cy="1550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2" name="Google Shape;1082;p21"/>
          <p:cNvSpPr txBox="1"/>
          <p:nvPr>
            <p:ph idx="1" type="body"/>
          </p:nvPr>
        </p:nvSpPr>
        <p:spPr>
          <a:xfrm>
            <a:off x="723901" y="2890654"/>
            <a:ext cx="3998224" cy="882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83" name="Google Shape;1083;p21"/>
          <p:cNvSpPr/>
          <p:nvPr>
            <p:ph idx="2" type="pic"/>
          </p:nvPr>
        </p:nvSpPr>
        <p:spPr>
          <a:xfrm>
            <a:off x="5124450" y="1173659"/>
            <a:ext cx="3295650" cy="2804616"/>
          </a:xfrm>
          <a:prstGeom prst="roundRect">
            <a:avLst>
              <a:gd fmla="val 7665" name="adj"/>
            </a:avLst>
          </a:prstGeom>
          <a:noFill/>
          <a:ln>
            <a:noFill/>
          </a:ln>
        </p:spPr>
      </p:sp>
      <p:sp>
        <p:nvSpPr>
          <p:cNvPr id="1084" name="Google Shape;1084;p21"/>
          <p:cNvSpPr/>
          <p:nvPr/>
        </p:nvSpPr>
        <p:spPr>
          <a:xfrm>
            <a:off x="-684423" y="-1789571"/>
            <a:ext cx="2187206" cy="2575530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5" name="Google Shape;1085;p21"/>
          <p:cNvGrpSpPr/>
          <p:nvPr/>
        </p:nvGrpSpPr>
        <p:grpSpPr>
          <a:xfrm flipH="1">
            <a:off x="8238205" y="-570849"/>
            <a:ext cx="1507863" cy="1510278"/>
            <a:chOff x="39184" y="-151930"/>
            <a:chExt cx="1309806" cy="1311904"/>
          </a:xfrm>
        </p:grpSpPr>
        <p:sp>
          <p:nvSpPr>
            <p:cNvPr id="1086" name="Google Shape;1086;p21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1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1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1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1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1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1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1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1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1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1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1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1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1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1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21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21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1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1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1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1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21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21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1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1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1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1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1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1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1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1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1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1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1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1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21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1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1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1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1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1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1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1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1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1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1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1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1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21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2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5" name="Google Shape;1205;p22"/>
          <p:cNvSpPr/>
          <p:nvPr/>
        </p:nvSpPr>
        <p:spPr>
          <a:xfrm>
            <a:off x="8420420" y="4398962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6" name="Google Shape;1206;p22"/>
          <p:cNvGrpSpPr/>
          <p:nvPr/>
        </p:nvGrpSpPr>
        <p:grpSpPr>
          <a:xfrm>
            <a:off x="-426172" y="4245886"/>
            <a:ext cx="1507863" cy="1510278"/>
            <a:chOff x="39184" y="-151930"/>
            <a:chExt cx="1309806" cy="1311904"/>
          </a:xfrm>
        </p:grpSpPr>
        <p:sp>
          <p:nvSpPr>
            <p:cNvPr id="1207" name="Google Shape;1207;p22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22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22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22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2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22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2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2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2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2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2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22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22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22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22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22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22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2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2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2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2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2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2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2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2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22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2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2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22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2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2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2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2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2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2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22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22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2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22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22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2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2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2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2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2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2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2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2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2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2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2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2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22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22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2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2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2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2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2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2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2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2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2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2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2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2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2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2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2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2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2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2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2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2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2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2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2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2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2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2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2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2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2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2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22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2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2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2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2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2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4" name="Google Shape;1324;p22"/>
          <p:cNvGrpSpPr/>
          <p:nvPr/>
        </p:nvGrpSpPr>
        <p:grpSpPr>
          <a:xfrm flipH="1">
            <a:off x="8329145" y="-639688"/>
            <a:ext cx="1507863" cy="1510278"/>
            <a:chOff x="39184" y="-151930"/>
            <a:chExt cx="1309806" cy="1311904"/>
          </a:xfrm>
        </p:grpSpPr>
        <p:sp>
          <p:nvSpPr>
            <p:cNvPr id="1325" name="Google Shape;1325;p22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2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2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2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2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2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2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2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22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22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22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2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2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22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2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22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22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22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2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2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22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22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2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2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2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2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2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2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2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2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2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2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22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2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2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22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2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2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22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2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2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2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22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22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22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22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2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2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2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2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2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2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2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22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22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22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2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22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22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22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2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22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22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2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22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22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22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2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22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2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22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2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2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22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22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2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2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2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2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2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2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2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2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2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2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22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23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4" name="Google Shape;1444;p23"/>
          <p:cNvSpPr/>
          <p:nvPr/>
        </p:nvSpPr>
        <p:spPr>
          <a:xfrm>
            <a:off x="8420420" y="4398962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5" name="Google Shape;1445;p23"/>
          <p:cNvGrpSpPr/>
          <p:nvPr/>
        </p:nvGrpSpPr>
        <p:grpSpPr>
          <a:xfrm>
            <a:off x="-481750" y="4102338"/>
            <a:ext cx="1507863" cy="1510278"/>
            <a:chOff x="39184" y="-151930"/>
            <a:chExt cx="1309806" cy="1311904"/>
          </a:xfrm>
        </p:grpSpPr>
        <p:sp>
          <p:nvSpPr>
            <p:cNvPr id="1446" name="Google Shape;1446;p23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23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23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23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23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23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23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23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23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23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23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23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23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23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23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23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23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23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23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23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23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23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23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23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23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23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23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23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3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3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23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23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23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3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3" name="Google Shape;1563;p23"/>
          <p:cNvGrpSpPr/>
          <p:nvPr/>
        </p:nvGrpSpPr>
        <p:grpSpPr>
          <a:xfrm flipH="1">
            <a:off x="8632886" y="-120502"/>
            <a:ext cx="1507863" cy="1510278"/>
            <a:chOff x="39184" y="-151930"/>
            <a:chExt cx="1309806" cy="1311904"/>
          </a:xfrm>
        </p:grpSpPr>
        <p:sp>
          <p:nvSpPr>
            <p:cNvPr id="1564" name="Google Shape;1564;p23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23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23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3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3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3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3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23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23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23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3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3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23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23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23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3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3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23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23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23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3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3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3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3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3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3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3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3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3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3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23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23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23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23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23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23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23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23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23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23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23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23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23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23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23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3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3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23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3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3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3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3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3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3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3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3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3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3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3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3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3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3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3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3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3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3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3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23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23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3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3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3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3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23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3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3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3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3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3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3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3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3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3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3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3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3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3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3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3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3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3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3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3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3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3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3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3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3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3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3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23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23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23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23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23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23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23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23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23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23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23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23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23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23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24"/>
          <p:cNvSpPr txBox="1"/>
          <p:nvPr>
            <p:ph type="title"/>
          </p:nvPr>
        </p:nvSpPr>
        <p:spPr>
          <a:xfrm>
            <a:off x="1977957" y="552451"/>
            <a:ext cx="5188086" cy="11554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8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3" name="Google Shape;1683;p24"/>
          <p:cNvSpPr txBox="1"/>
          <p:nvPr/>
        </p:nvSpPr>
        <p:spPr>
          <a:xfrm>
            <a:off x="2210700" y="3817988"/>
            <a:ext cx="47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aheim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</a:t>
            </a:r>
            <a:r>
              <a:rPr b="0" i="0" lang="en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This presentation template was created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including icons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/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infographics &amp; images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/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84" name="Google Shape;1684;p24"/>
          <p:cNvSpPr txBox="1"/>
          <p:nvPr>
            <p:ph idx="1" type="body"/>
          </p:nvPr>
        </p:nvSpPr>
        <p:spPr>
          <a:xfrm>
            <a:off x="1977957" y="1558712"/>
            <a:ext cx="5188086" cy="1035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mo"/>
                <a:ea typeface="Arimo"/>
                <a:cs typeface="Arimo"/>
                <a:sym typeface="Arimo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685" name="Google Shape;1685;p24"/>
          <p:cNvSpPr/>
          <p:nvPr/>
        </p:nvSpPr>
        <p:spPr>
          <a:xfrm rot="5400000">
            <a:off x="8403036" y="4402536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6" name="Google Shape;1686;p24"/>
          <p:cNvGrpSpPr/>
          <p:nvPr/>
        </p:nvGrpSpPr>
        <p:grpSpPr>
          <a:xfrm>
            <a:off x="7651053" y="395748"/>
            <a:ext cx="1658248" cy="1282517"/>
            <a:chOff x="5136226" y="2246221"/>
            <a:chExt cx="1254126" cy="969962"/>
          </a:xfrm>
        </p:grpSpPr>
        <p:sp>
          <p:nvSpPr>
            <p:cNvPr id="1687" name="Google Shape;1687;p24"/>
            <p:cNvSpPr/>
            <p:nvPr/>
          </p:nvSpPr>
          <p:spPr>
            <a:xfrm>
              <a:off x="5448964" y="2246221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24"/>
            <p:cNvSpPr/>
            <p:nvPr/>
          </p:nvSpPr>
          <p:spPr>
            <a:xfrm>
              <a:off x="5136226" y="255895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24"/>
            <p:cNvSpPr/>
            <p:nvPr/>
          </p:nvSpPr>
          <p:spPr>
            <a:xfrm>
              <a:off x="5521989" y="2570071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24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1" name="Google Shape;1691;p24"/>
          <p:cNvSpPr/>
          <p:nvPr/>
        </p:nvSpPr>
        <p:spPr>
          <a:xfrm>
            <a:off x="8403036" y="3661572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2" name="Google Shape;1692;p24"/>
          <p:cNvGrpSpPr/>
          <p:nvPr/>
        </p:nvGrpSpPr>
        <p:grpSpPr>
          <a:xfrm>
            <a:off x="-333224" y="2817587"/>
            <a:ext cx="2187206" cy="2789633"/>
            <a:chOff x="3700202" y="2700338"/>
            <a:chExt cx="1654175" cy="2109788"/>
          </a:xfrm>
        </p:grpSpPr>
        <p:sp>
          <p:nvSpPr>
            <p:cNvPr id="1693" name="Google Shape;1693;p24"/>
            <p:cNvSpPr/>
            <p:nvPr/>
          </p:nvSpPr>
          <p:spPr>
            <a:xfrm>
              <a:off x="3700202" y="2700338"/>
              <a:ext cx="1654175" cy="2109788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24"/>
            <p:cNvSpPr/>
            <p:nvPr/>
          </p:nvSpPr>
          <p:spPr>
            <a:xfrm>
              <a:off x="3703377" y="3690938"/>
              <a:ext cx="1117600" cy="1117600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24"/>
            <p:cNvSpPr/>
            <p:nvPr/>
          </p:nvSpPr>
          <p:spPr>
            <a:xfrm>
              <a:off x="4057390" y="3656013"/>
              <a:ext cx="935038" cy="652463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24"/>
            <p:cNvSpPr/>
            <p:nvPr/>
          </p:nvSpPr>
          <p:spPr>
            <a:xfrm>
              <a:off x="3746240" y="3967163"/>
              <a:ext cx="935038" cy="652463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24"/>
            <p:cNvSpPr/>
            <p:nvPr/>
          </p:nvSpPr>
          <p:spPr>
            <a:xfrm>
              <a:off x="4128827" y="3976688"/>
              <a:ext cx="401638" cy="401638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24"/>
            <p:cNvSpPr/>
            <p:nvPr/>
          </p:nvSpPr>
          <p:spPr>
            <a:xfrm>
              <a:off x="4211377" y="3895725"/>
              <a:ext cx="401638" cy="401638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9" name="Google Shape;1699;p24"/>
          <p:cNvSpPr/>
          <p:nvPr/>
        </p:nvSpPr>
        <p:spPr>
          <a:xfrm>
            <a:off x="7659258" y="4402536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0" name="Google Shape;1700;p24"/>
          <p:cNvGrpSpPr/>
          <p:nvPr/>
        </p:nvGrpSpPr>
        <p:grpSpPr>
          <a:xfrm>
            <a:off x="-520414" y="601973"/>
            <a:ext cx="1507863" cy="1510278"/>
            <a:chOff x="39184" y="-151930"/>
            <a:chExt cx="1309806" cy="1311904"/>
          </a:xfrm>
        </p:grpSpPr>
        <p:sp>
          <p:nvSpPr>
            <p:cNvPr id="1701" name="Google Shape;1701;p24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24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24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24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24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24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24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24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24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24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24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24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24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24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24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24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24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24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24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4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24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24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24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24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24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24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24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4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4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4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4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4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24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24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24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24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24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24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24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24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24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24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24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24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24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24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24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24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24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24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4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4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24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24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4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24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24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24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24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24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24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24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24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24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24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24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24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24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24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24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24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24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24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24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24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24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4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4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4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24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24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24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24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24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24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24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24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24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24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24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24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24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24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24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24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24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24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24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24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4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4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4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4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4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4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4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4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4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4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4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4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4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4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4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4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4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4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25"/>
          <p:cNvSpPr txBox="1"/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20" name="Google Shape;1820;p25"/>
          <p:cNvGrpSpPr/>
          <p:nvPr/>
        </p:nvGrpSpPr>
        <p:grpSpPr>
          <a:xfrm>
            <a:off x="7627495" y="3454776"/>
            <a:ext cx="2105344" cy="2105344"/>
            <a:chOff x="478444" y="466725"/>
            <a:chExt cx="1592263" cy="1592263"/>
          </a:xfrm>
        </p:grpSpPr>
        <p:grpSp>
          <p:nvGrpSpPr>
            <p:cNvPr id="1821" name="Google Shape;1821;p25"/>
            <p:cNvGrpSpPr/>
            <p:nvPr/>
          </p:nvGrpSpPr>
          <p:grpSpPr>
            <a:xfrm>
              <a:off x="610206" y="466725"/>
              <a:ext cx="1460501" cy="1460500"/>
              <a:chOff x="1166" y="294"/>
              <a:chExt cx="920" cy="920"/>
            </a:xfrm>
          </p:grpSpPr>
          <p:sp>
            <p:nvSpPr>
              <p:cNvPr id="1822" name="Google Shape;1822;p25"/>
              <p:cNvSpPr/>
              <p:nvPr/>
            </p:nvSpPr>
            <p:spPr>
              <a:xfrm>
                <a:off x="1416" y="2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25"/>
              <p:cNvSpPr/>
              <p:nvPr/>
            </p:nvSpPr>
            <p:spPr>
              <a:xfrm>
                <a:off x="1450" y="32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25"/>
              <p:cNvSpPr/>
              <p:nvPr/>
            </p:nvSpPr>
            <p:spPr>
              <a:xfrm>
                <a:off x="1484" y="36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25"/>
              <p:cNvSpPr/>
              <p:nvPr/>
            </p:nvSpPr>
            <p:spPr>
              <a:xfrm>
                <a:off x="1518" y="39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25"/>
              <p:cNvSpPr/>
              <p:nvPr/>
            </p:nvSpPr>
            <p:spPr>
              <a:xfrm>
                <a:off x="1552" y="43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25"/>
              <p:cNvSpPr/>
              <p:nvPr/>
            </p:nvSpPr>
            <p:spPr>
              <a:xfrm>
                <a:off x="1586" y="46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25"/>
              <p:cNvSpPr/>
              <p:nvPr/>
            </p:nvSpPr>
            <p:spPr>
              <a:xfrm>
                <a:off x="1620" y="49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25"/>
              <p:cNvSpPr/>
              <p:nvPr/>
            </p:nvSpPr>
            <p:spPr>
              <a:xfrm>
                <a:off x="1655" y="532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25"/>
              <p:cNvSpPr/>
              <p:nvPr/>
            </p:nvSpPr>
            <p:spPr>
              <a:xfrm>
                <a:off x="1689" y="566"/>
                <a:ext cx="22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25"/>
              <p:cNvSpPr/>
              <p:nvPr/>
            </p:nvSpPr>
            <p:spPr>
              <a:xfrm>
                <a:off x="1723" y="60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25"/>
              <p:cNvSpPr/>
              <p:nvPr/>
            </p:nvSpPr>
            <p:spPr>
              <a:xfrm>
                <a:off x="1757" y="63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25"/>
              <p:cNvSpPr/>
              <p:nvPr/>
            </p:nvSpPr>
            <p:spPr>
              <a:xfrm>
                <a:off x="1791" y="66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25"/>
              <p:cNvSpPr/>
              <p:nvPr/>
            </p:nvSpPr>
            <p:spPr>
              <a:xfrm>
                <a:off x="1825" y="70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25"/>
              <p:cNvSpPr/>
              <p:nvPr/>
            </p:nvSpPr>
            <p:spPr>
              <a:xfrm>
                <a:off x="1859" y="73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25"/>
              <p:cNvSpPr/>
              <p:nvPr/>
            </p:nvSpPr>
            <p:spPr>
              <a:xfrm>
                <a:off x="1893" y="77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25"/>
              <p:cNvSpPr/>
              <p:nvPr/>
            </p:nvSpPr>
            <p:spPr>
              <a:xfrm>
                <a:off x="1927" y="80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25"/>
              <p:cNvSpPr/>
              <p:nvPr/>
            </p:nvSpPr>
            <p:spPr>
              <a:xfrm>
                <a:off x="1961" y="839"/>
                <a:ext cx="23" cy="22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25"/>
              <p:cNvSpPr/>
              <p:nvPr/>
            </p:nvSpPr>
            <p:spPr>
              <a:xfrm>
                <a:off x="1995" y="873"/>
                <a:ext cx="23" cy="22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25"/>
              <p:cNvSpPr/>
              <p:nvPr/>
            </p:nvSpPr>
            <p:spPr>
              <a:xfrm>
                <a:off x="2029" y="90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25"/>
              <p:cNvSpPr/>
              <p:nvPr/>
            </p:nvSpPr>
            <p:spPr>
              <a:xfrm>
                <a:off x="2063" y="941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25"/>
              <p:cNvSpPr/>
              <p:nvPr/>
            </p:nvSpPr>
            <p:spPr>
              <a:xfrm>
                <a:off x="1388" y="32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25"/>
              <p:cNvSpPr/>
              <p:nvPr/>
            </p:nvSpPr>
            <p:spPr>
              <a:xfrm>
                <a:off x="1423" y="357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25"/>
              <p:cNvSpPr/>
              <p:nvPr/>
            </p:nvSpPr>
            <p:spPr>
              <a:xfrm>
                <a:off x="1458" y="391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25"/>
              <p:cNvSpPr/>
              <p:nvPr/>
            </p:nvSpPr>
            <p:spPr>
              <a:xfrm>
                <a:off x="1491" y="424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25"/>
              <p:cNvSpPr/>
              <p:nvPr/>
            </p:nvSpPr>
            <p:spPr>
              <a:xfrm>
                <a:off x="1525" y="45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25"/>
              <p:cNvSpPr/>
              <p:nvPr/>
            </p:nvSpPr>
            <p:spPr>
              <a:xfrm>
                <a:off x="1559" y="49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25"/>
              <p:cNvSpPr/>
              <p:nvPr/>
            </p:nvSpPr>
            <p:spPr>
              <a:xfrm>
                <a:off x="1593" y="52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25"/>
              <p:cNvSpPr/>
              <p:nvPr/>
            </p:nvSpPr>
            <p:spPr>
              <a:xfrm>
                <a:off x="1627" y="56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25"/>
              <p:cNvSpPr/>
              <p:nvPr/>
            </p:nvSpPr>
            <p:spPr>
              <a:xfrm>
                <a:off x="1661" y="5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25"/>
              <p:cNvSpPr/>
              <p:nvPr/>
            </p:nvSpPr>
            <p:spPr>
              <a:xfrm>
                <a:off x="1695" y="62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25"/>
              <p:cNvSpPr/>
              <p:nvPr/>
            </p:nvSpPr>
            <p:spPr>
              <a:xfrm>
                <a:off x="1729" y="66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25"/>
              <p:cNvSpPr/>
              <p:nvPr/>
            </p:nvSpPr>
            <p:spPr>
              <a:xfrm>
                <a:off x="1763" y="69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4" name="Google Shape;1854;p25"/>
              <p:cNvSpPr/>
              <p:nvPr/>
            </p:nvSpPr>
            <p:spPr>
              <a:xfrm>
                <a:off x="1797" y="73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25"/>
              <p:cNvSpPr/>
              <p:nvPr/>
            </p:nvSpPr>
            <p:spPr>
              <a:xfrm>
                <a:off x="1831" y="76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25"/>
              <p:cNvSpPr/>
              <p:nvPr/>
            </p:nvSpPr>
            <p:spPr>
              <a:xfrm>
                <a:off x="1865" y="79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25"/>
              <p:cNvSpPr/>
              <p:nvPr/>
            </p:nvSpPr>
            <p:spPr>
              <a:xfrm>
                <a:off x="1899" y="83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25"/>
              <p:cNvSpPr/>
              <p:nvPr/>
            </p:nvSpPr>
            <p:spPr>
              <a:xfrm>
                <a:off x="1933" y="86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25"/>
              <p:cNvSpPr/>
              <p:nvPr/>
            </p:nvSpPr>
            <p:spPr>
              <a:xfrm>
                <a:off x="1967" y="90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25"/>
              <p:cNvSpPr/>
              <p:nvPr/>
            </p:nvSpPr>
            <p:spPr>
              <a:xfrm>
                <a:off x="2001" y="93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25"/>
              <p:cNvSpPr/>
              <p:nvPr/>
            </p:nvSpPr>
            <p:spPr>
              <a:xfrm>
                <a:off x="2035" y="96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25"/>
              <p:cNvSpPr/>
              <p:nvPr/>
            </p:nvSpPr>
            <p:spPr>
              <a:xfrm>
                <a:off x="1361" y="349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5"/>
              <p:cNvSpPr/>
              <p:nvPr/>
            </p:nvSpPr>
            <p:spPr>
              <a:xfrm>
                <a:off x="1395" y="38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25"/>
              <p:cNvSpPr/>
              <p:nvPr/>
            </p:nvSpPr>
            <p:spPr>
              <a:xfrm>
                <a:off x="1430" y="41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25"/>
              <p:cNvSpPr/>
              <p:nvPr/>
            </p:nvSpPr>
            <p:spPr>
              <a:xfrm>
                <a:off x="1463" y="45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25"/>
              <p:cNvSpPr/>
              <p:nvPr/>
            </p:nvSpPr>
            <p:spPr>
              <a:xfrm>
                <a:off x="1497" y="486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5"/>
              <p:cNvSpPr/>
              <p:nvPr/>
            </p:nvSpPr>
            <p:spPr>
              <a:xfrm>
                <a:off x="1531" y="52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25"/>
              <p:cNvSpPr/>
              <p:nvPr/>
            </p:nvSpPr>
            <p:spPr>
              <a:xfrm>
                <a:off x="1566" y="555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25"/>
              <p:cNvSpPr/>
              <p:nvPr/>
            </p:nvSpPr>
            <p:spPr>
              <a:xfrm>
                <a:off x="1599" y="58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25"/>
              <p:cNvSpPr/>
              <p:nvPr/>
            </p:nvSpPr>
            <p:spPr>
              <a:xfrm>
                <a:off x="1633" y="62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25"/>
              <p:cNvSpPr/>
              <p:nvPr/>
            </p:nvSpPr>
            <p:spPr>
              <a:xfrm>
                <a:off x="1667" y="656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25"/>
              <p:cNvSpPr/>
              <p:nvPr/>
            </p:nvSpPr>
            <p:spPr>
              <a:xfrm>
                <a:off x="1701" y="69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25"/>
              <p:cNvSpPr/>
              <p:nvPr/>
            </p:nvSpPr>
            <p:spPr>
              <a:xfrm>
                <a:off x="1735" y="72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25"/>
              <p:cNvSpPr/>
              <p:nvPr/>
            </p:nvSpPr>
            <p:spPr>
              <a:xfrm>
                <a:off x="1769" y="75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25"/>
              <p:cNvSpPr/>
              <p:nvPr/>
            </p:nvSpPr>
            <p:spPr>
              <a:xfrm>
                <a:off x="1803" y="79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25"/>
              <p:cNvSpPr/>
              <p:nvPr/>
            </p:nvSpPr>
            <p:spPr>
              <a:xfrm>
                <a:off x="1837" y="82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25"/>
              <p:cNvSpPr/>
              <p:nvPr/>
            </p:nvSpPr>
            <p:spPr>
              <a:xfrm>
                <a:off x="1871" y="86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25"/>
              <p:cNvSpPr/>
              <p:nvPr/>
            </p:nvSpPr>
            <p:spPr>
              <a:xfrm>
                <a:off x="1905" y="8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25"/>
              <p:cNvSpPr/>
              <p:nvPr/>
            </p:nvSpPr>
            <p:spPr>
              <a:xfrm>
                <a:off x="1939" y="92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25"/>
              <p:cNvSpPr/>
              <p:nvPr/>
            </p:nvSpPr>
            <p:spPr>
              <a:xfrm>
                <a:off x="1973" y="96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25"/>
              <p:cNvSpPr/>
              <p:nvPr/>
            </p:nvSpPr>
            <p:spPr>
              <a:xfrm>
                <a:off x="2007" y="99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25"/>
              <p:cNvSpPr/>
              <p:nvPr/>
            </p:nvSpPr>
            <p:spPr>
              <a:xfrm>
                <a:off x="1333" y="37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25"/>
              <p:cNvSpPr/>
              <p:nvPr/>
            </p:nvSpPr>
            <p:spPr>
              <a:xfrm>
                <a:off x="1367" y="41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25"/>
              <p:cNvSpPr/>
              <p:nvPr/>
            </p:nvSpPr>
            <p:spPr>
              <a:xfrm>
                <a:off x="1401" y="445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25"/>
              <p:cNvSpPr/>
              <p:nvPr/>
            </p:nvSpPr>
            <p:spPr>
              <a:xfrm>
                <a:off x="1435" y="47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25"/>
              <p:cNvSpPr/>
              <p:nvPr/>
            </p:nvSpPr>
            <p:spPr>
              <a:xfrm>
                <a:off x="1469" y="513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25"/>
              <p:cNvSpPr/>
              <p:nvPr/>
            </p:nvSpPr>
            <p:spPr>
              <a:xfrm>
                <a:off x="1503" y="547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25"/>
              <p:cNvSpPr/>
              <p:nvPr/>
            </p:nvSpPr>
            <p:spPr>
              <a:xfrm>
                <a:off x="1537" y="58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25"/>
              <p:cNvSpPr/>
              <p:nvPr/>
            </p:nvSpPr>
            <p:spPr>
              <a:xfrm>
                <a:off x="1571" y="615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25"/>
              <p:cNvSpPr/>
              <p:nvPr/>
            </p:nvSpPr>
            <p:spPr>
              <a:xfrm>
                <a:off x="1605" y="649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25"/>
              <p:cNvSpPr/>
              <p:nvPr/>
            </p:nvSpPr>
            <p:spPr>
              <a:xfrm>
                <a:off x="1639" y="684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25"/>
              <p:cNvSpPr/>
              <p:nvPr/>
            </p:nvSpPr>
            <p:spPr>
              <a:xfrm>
                <a:off x="1673" y="71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25"/>
              <p:cNvSpPr/>
              <p:nvPr/>
            </p:nvSpPr>
            <p:spPr>
              <a:xfrm>
                <a:off x="1707" y="75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25"/>
              <p:cNvSpPr/>
              <p:nvPr/>
            </p:nvSpPr>
            <p:spPr>
              <a:xfrm>
                <a:off x="1741" y="78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25"/>
              <p:cNvSpPr/>
              <p:nvPr/>
            </p:nvSpPr>
            <p:spPr>
              <a:xfrm>
                <a:off x="1775" y="82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25"/>
              <p:cNvSpPr/>
              <p:nvPr/>
            </p:nvSpPr>
            <p:spPr>
              <a:xfrm>
                <a:off x="1809" y="85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25"/>
              <p:cNvSpPr/>
              <p:nvPr/>
            </p:nvSpPr>
            <p:spPr>
              <a:xfrm>
                <a:off x="1844" y="888"/>
                <a:ext cx="22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25"/>
              <p:cNvSpPr/>
              <p:nvPr/>
            </p:nvSpPr>
            <p:spPr>
              <a:xfrm>
                <a:off x="1878" y="92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25"/>
              <p:cNvSpPr/>
              <p:nvPr/>
            </p:nvSpPr>
            <p:spPr>
              <a:xfrm>
                <a:off x="1912" y="95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25"/>
              <p:cNvSpPr/>
              <p:nvPr/>
            </p:nvSpPr>
            <p:spPr>
              <a:xfrm>
                <a:off x="1946" y="99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25"/>
              <p:cNvSpPr/>
              <p:nvPr/>
            </p:nvSpPr>
            <p:spPr>
              <a:xfrm>
                <a:off x="1980" y="102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p25"/>
              <p:cNvSpPr/>
              <p:nvPr/>
            </p:nvSpPr>
            <p:spPr>
              <a:xfrm>
                <a:off x="1305" y="40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25"/>
              <p:cNvSpPr/>
              <p:nvPr/>
            </p:nvSpPr>
            <p:spPr>
              <a:xfrm>
                <a:off x="1339" y="439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25"/>
              <p:cNvSpPr/>
              <p:nvPr/>
            </p:nvSpPr>
            <p:spPr>
              <a:xfrm>
                <a:off x="1373" y="47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25"/>
              <p:cNvSpPr/>
              <p:nvPr/>
            </p:nvSpPr>
            <p:spPr>
              <a:xfrm>
                <a:off x="1407" y="50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25"/>
              <p:cNvSpPr/>
              <p:nvPr/>
            </p:nvSpPr>
            <p:spPr>
              <a:xfrm>
                <a:off x="1441" y="541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25"/>
              <p:cNvSpPr/>
              <p:nvPr/>
            </p:nvSpPr>
            <p:spPr>
              <a:xfrm>
                <a:off x="1475" y="57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25"/>
              <p:cNvSpPr/>
              <p:nvPr/>
            </p:nvSpPr>
            <p:spPr>
              <a:xfrm>
                <a:off x="1509" y="60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5"/>
              <p:cNvSpPr/>
              <p:nvPr/>
            </p:nvSpPr>
            <p:spPr>
              <a:xfrm>
                <a:off x="1543" y="643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25"/>
              <p:cNvSpPr/>
              <p:nvPr/>
            </p:nvSpPr>
            <p:spPr>
              <a:xfrm>
                <a:off x="1577" y="67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25"/>
              <p:cNvSpPr/>
              <p:nvPr/>
            </p:nvSpPr>
            <p:spPr>
              <a:xfrm>
                <a:off x="1611" y="71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25"/>
              <p:cNvSpPr/>
              <p:nvPr/>
            </p:nvSpPr>
            <p:spPr>
              <a:xfrm>
                <a:off x="1646" y="745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5"/>
              <p:cNvSpPr/>
              <p:nvPr/>
            </p:nvSpPr>
            <p:spPr>
              <a:xfrm>
                <a:off x="1680" y="77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25"/>
              <p:cNvSpPr/>
              <p:nvPr/>
            </p:nvSpPr>
            <p:spPr>
              <a:xfrm>
                <a:off x="1715" y="81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25"/>
              <p:cNvSpPr/>
              <p:nvPr/>
            </p:nvSpPr>
            <p:spPr>
              <a:xfrm>
                <a:off x="1749" y="84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25"/>
              <p:cNvSpPr/>
              <p:nvPr/>
            </p:nvSpPr>
            <p:spPr>
              <a:xfrm>
                <a:off x="1782" y="882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25"/>
              <p:cNvSpPr/>
              <p:nvPr/>
            </p:nvSpPr>
            <p:spPr>
              <a:xfrm>
                <a:off x="1816" y="91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5"/>
              <p:cNvSpPr/>
              <p:nvPr/>
            </p:nvSpPr>
            <p:spPr>
              <a:xfrm>
                <a:off x="1850" y="95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25"/>
              <p:cNvSpPr/>
              <p:nvPr/>
            </p:nvSpPr>
            <p:spPr>
              <a:xfrm>
                <a:off x="1884" y="98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25"/>
              <p:cNvSpPr/>
              <p:nvPr/>
            </p:nvSpPr>
            <p:spPr>
              <a:xfrm>
                <a:off x="1918" y="101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25"/>
              <p:cNvSpPr/>
              <p:nvPr/>
            </p:nvSpPr>
            <p:spPr>
              <a:xfrm>
                <a:off x="1952" y="105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5"/>
              <p:cNvSpPr/>
              <p:nvPr/>
            </p:nvSpPr>
            <p:spPr>
              <a:xfrm>
                <a:off x="1277" y="43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25"/>
              <p:cNvSpPr/>
              <p:nvPr/>
            </p:nvSpPr>
            <p:spPr>
              <a:xfrm>
                <a:off x="1311" y="46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25"/>
              <p:cNvSpPr/>
              <p:nvPr/>
            </p:nvSpPr>
            <p:spPr>
              <a:xfrm>
                <a:off x="1345" y="50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25"/>
              <p:cNvSpPr/>
              <p:nvPr/>
            </p:nvSpPr>
            <p:spPr>
              <a:xfrm>
                <a:off x="1380" y="5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p25"/>
              <p:cNvSpPr/>
              <p:nvPr/>
            </p:nvSpPr>
            <p:spPr>
              <a:xfrm>
                <a:off x="1415" y="570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25"/>
              <p:cNvSpPr/>
              <p:nvPr/>
            </p:nvSpPr>
            <p:spPr>
              <a:xfrm>
                <a:off x="1448" y="603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25"/>
              <p:cNvSpPr/>
              <p:nvPr/>
            </p:nvSpPr>
            <p:spPr>
              <a:xfrm>
                <a:off x="1482" y="63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25"/>
              <p:cNvSpPr/>
              <p:nvPr/>
            </p:nvSpPr>
            <p:spPr>
              <a:xfrm>
                <a:off x="1517" y="6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25"/>
              <p:cNvSpPr/>
              <p:nvPr/>
            </p:nvSpPr>
            <p:spPr>
              <a:xfrm>
                <a:off x="1551" y="7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25"/>
              <p:cNvSpPr/>
              <p:nvPr/>
            </p:nvSpPr>
            <p:spPr>
              <a:xfrm>
                <a:off x="1584" y="73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25"/>
              <p:cNvSpPr/>
              <p:nvPr/>
            </p:nvSpPr>
            <p:spPr>
              <a:xfrm>
                <a:off x="1618" y="77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25"/>
              <p:cNvSpPr/>
              <p:nvPr/>
            </p:nvSpPr>
            <p:spPr>
              <a:xfrm>
                <a:off x="1653" y="8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25"/>
              <p:cNvSpPr/>
              <p:nvPr/>
            </p:nvSpPr>
            <p:spPr>
              <a:xfrm>
                <a:off x="1687" y="84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5" name="Google Shape;1935;p25"/>
              <p:cNvSpPr/>
              <p:nvPr/>
            </p:nvSpPr>
            <p:spPr>
              <a:xfrm>
                <a:off x="1720" y="87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25"/>
              <p:cNvSpPr/>
              <p:nvPr/>
            </p:nvSpPr>
            <p:spPr>
              <a:xfrm>
                <a:off x="1754" y="909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25"/>
              <p:cNvSpPr/>
              <p:nvPr/>
            </p:nvSpPr>
            <p:spPr>
              <a:xfrm>
                <a:off x="1789" y="94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8" name="Google Shape;1938;p25"/>
              <p:cNvSpPr/>
              <p:nvPr/>
            </p:nvSpPr>
            <p:spPr>
              <a:xfrm>
                <a:off x="1823" y="97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9" name="Google Shape;1939;p25"/>
              <p:cNvSpPr/>
              <p:nvPr/>
            </p:nvSpPr>
            <p:spPr>
              <a:xfrm>
                <a:off x="1856" y="101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25"/>
              <p:cNvSpPr/>
              <p:nvPr/>
            </p:nvSpPr>
            <p:spPr>
              <a:xfrm>
                <a:off x="1890" y="104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1" name="Google Shape;1941;p25"/>
              <p:cNvSpPr/>
              <p:nvPr/>
            </p:nvSpPr>
            <p:spPr>
              <a:xfrm>
                <a:off x="1924" y="1080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25"/>
              <p:cNvSpPr/>
              <p:nvPr/>
            </p:nvSpPr>
            <p:spPr>
              <a:xfrm>
                <a:off x="1250" y="460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3" name="Google Shape;1943;p25"/>
              <p:cNvSpPr/>
              <p:nvPr/>
            </p:nvSpPr>
            <p:spPr>
              <a:xfrm>
                <a:off x="1284" y="4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4" name="Google Shape;1944;p25"/>
              <p:cNvSpPr/>
              <p:nvPr/>
            </p:nvSpPr>
            <p:spPr>
              <a:xfrm>
                <a:off x="1318" y="529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5" name="Google Shape;1945;p25"/>
              <p:cNvSpPr/>
              <p:nvPr/>
            </p:nvSpPr>
            <p:spPr>
              <a:xfrm>
                <a:off x="1352" y="563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25"/>
              <p:cNvSpPr/>
              <p:nvPr/>
            </p:nvSpPr>
            <p:spPr>
              <a:xfrm>
                <a:off x="1386" y="59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7" name="Google Shape;1947;p25"/>
              <p:cNvSpPr/>
              <p:nvPr/>
            </p:nvSpPr>
            <p:spPr>
              <a:xfrm>
                <a:off x="1420" y="63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8" name="Google Shape;1948;p25"/>
              <p:cNvSpPr/>
              <p:nvPr/>
            </p:nvSpPr>
            <p:spPr>
              <a:xfrm>
                <a:off x="1454" y="665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9" name="Google Shape;1949;p25"/>
              <p:cNvSpPr/>
              <p:nvPr/>
            </p:nvSpPr>
            <p:spPr>
              <a:xfrm>
                <a:off x="1489" y="7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0" name="Google Shape;1950;p25"/>
              <p:cNvSpPr/>
              <p:nvPr/>
            </p:nvSpPr>
            <p:spPr>
              <a:xfrm>
                <a:off x="1523" y="7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25"/>
              <p:cNvSpPr/>
              <p:nvPr/>
            </p:nvSpPr>
            <p:spPr>
              <a:xfrm>
                <a:off x="1556" y="767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p25"/>
              <p:cNvSpPr/>
              <p:nvPr/>
            </p:nvSpPr>
            <p:spPr>
              <a:xfrm>
                <a:off x="1590" y="80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25"/>
              <p:cNvSpPr/>
              <p:nvPr/>
            </p:nvSpPr>
            <p:spPr>
              <a:xfrm>
                <a:off x="1625" y="8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25"/>
              <p:cNvSpPr/>
              <p:nvPr/>
            </p:nvSpPr>
            <p:spPr>
              <a:xfrm>
                <a:off x="1659" y="87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25"/>
              <p:cNvSpPr/>
              <p:nvPr/>
            </p:nvSpPr>
            <p:spPr>
              <a:xfrm>
                <a:off x="1692" y="90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25"/>
              <p:cNvSpPr/>
              <p:nvPr/>
            </p:nvSpPr>
            <p:spPr>
              <a:xfrm>
                <a:off x="1726" y="93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25"/>
              <p:cNvSpPr/>
              <p:nvPr/>
            </p:nvSpPr>
            <p:spPr>
              <a:xfrm>
                <a:off x="1761" y="9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25"/>
              <p:cNvSpPr/>
              <p:nvPr/>
            </p:nvSpPr>
            <p:spPr>
              <a:xfrm>
                <a:off x="1795" y="10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25"/>
              <p:cNvSpPr/>
              <p:nvPr/>
            </p:nvSpPr>
            <p:spPr>
              <a:xfrm>
                <a:off x="1828" y="103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25"/>
              <p:cNvSpPr/>
              <p:nvPr/>
            </p:nvSpPr>
            <p:spPr>
              <a:xfrm>
                <a:off x="1862" y="1073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25"/>
              <p:cNvSpPr/>
              <p:nvPr/>
            </p:nvSpPr>
            <p:spPr>
              <a:xfrm>
                <a:off x="1897" y="11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25"/>
              <p:cNvSpPr/>
              <p:nvPr/>
            </p:nvSpPr>
            <p:spPr>
              <a:xfrm>
                <a:off x="1222" y="48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25"/>
              <p:cNvSpPr/>
              <p:nvPr/>
            </p:nvSpPr>
            <p:spPr>
              <a:xfrm>
                <a:off x="1256" y="52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4" name="Google Shape;1964;p25"/>
              <p:cNvSpPr/>
              <p:nvPr/>
            </p:nvSpPr>
            <p:spPr>
              <a:xfrm>
                <a:off x="1290" y="55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Google Shape;1965;p25"/>
              <p:cNvSpPr/>
              <p:nvPr/>
            </p:nvSpPr>
            <p:spPr>
              <a:xfrm>
                <a:off x="1324" y="59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6" name="Google Shape;1966;p25"/>
              <p:cNvSpPr/>
              <p:nvPr/>
            </p:nvSpPr>
            <p:spPr>
              <a:xfrm>
                <a:off x="1358" y="62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7" name="Google Shape;1967;p25"/>
              <p:cNvSpPr/>
              <p:nvPr/>
            </p:nvSpPr>
            <p:spPr>
              <a:xfrm>
                <a:off x="1392" y="65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25"/>
              <p:cNvSpPr/>
              <p:nvPr/>
            </p:nvSpPr>
            <p:spPr>
              <a:xfrm>
                <a:off x="1426" y="69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9" name="Google Shape;1969;p25"/>
              <p:cNvSpPr/>
              <p:nvPr/>
            </p:nvSpPr>
            <p:spPr>
              <a:xfrm>
                <a:off x="1460" y="727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0" name="Google Shape;1970;p25"/>
              <p:cNvSpPr/>
              <p:nvPr/>
            </p:nvSpPr>
            <p:spPr>
              <a:xfrm>
                <a:off x="1494" y="76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1" name="Google Shape;1971;p25"/>
              <p:cNvSpPr/>
              <p:nvPr/>
            </p:nvSpPr>
            <p:spPr>
              <a:xfrm>
                <a:off x="1528" y="79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2" name="Google Shape;1972;p25"/>
              <p:cNvSpPr/>
              <p:nvPr/>
            </p:nvSpPr>
            <p:spPr>
              <a:xfrm>
                <a:off x="1562" y="82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3" name="Google Shape;1973;p25"/>
              <p:cNvSpPr/>
              <p:nvPr/>
            </p:nvSpPr>
            <p:spPr>
              <a:xfrm>
                <a:off x="1597" y="86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4" name="Google Shape;1974;p25"/>
              <p:cNvSpPr/>
              <p:nvPr/>
            </p:nvSpPr>
            <p:spPr>
              <a:xfrm>
                <a:off x="1630" y="89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5" name="Google Shape;1975;p25"/>
              <p:cNvSpPr/>
              <p:nvPr/>
            </p:nvSpPr>
            <p:spPr>
              <a:xfrm>
                <a:off x="1664" y="93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6" name="Google Shape;1976;p25"/>
              <p:cNvSpPr/>
              <p:nvPr/>
            </p:nvSpPr>
            <p:spPr>
              <a:xfrm>
                <a:off x="1698" y="96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7" name="Google Shape;1977;p25"/>
              <p:cNvSpPr/>
              <p:nvPr/>
            </p:nvSpPr>
            <p:spPr>
              <a:xfrm>
                <a:off x="1733" y="10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8" name="Google Shape;1978;p25"/>
              <p:cNvSpPr/>
              <p:nvPr/>
            </p:nvSpPr>
            <p:spPr>
              <a:xfrm>
                <a:off x="1767" y="10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9" name="Google Shape;1979;p25"/>
              <p:cNvSpPr/>
              <p:nvPr/>
            </p:nvSpPr>
            <p:spPr>
              <a:xfrm>
                <a:off x="1801" y="1067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0" name="Google Shape;1980;p25"/>
              <p:cNvSpPr/>
              <p:nvPr/>
            </p:nvSpPr>
            <p:spPr>
              <a:xfrm>
                <a:off x="1835" y="110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1" name="Google Shape;1981;p25"/>
              <p:cNvSpPr/>
              <p:nvPr/>
            </p:nvSpPr>
            <p:spPr>
              <a:xfrm>
                <a:off x="1870" y="11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p25"/>
              <p:cNvSpPr/>
              <p:nvPr/>
            </p:nvSpPr>
            <p:spPr>
              <a:xfrm>
                <a:off x="1194" y="51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25"/>
              <p:cNvSpPr/>
              <p:nvPr/>
            </p:nvSpPr>
            <p:spPr>
              <a:xfrm>
                <a:off x="1228" y="55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4" name="Google Shape;1984;p25"/>
              <p:cNvSpPr/>
              <p:nvPr/>
            </p:nvSpPr>
            <p:spPr>
              <a:xfrm>
                <a:off x="1262" y="58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5" name="Google Shape;1985;p25"/>
              <p:cNvSpPr/>
              <p:nvPr/>
            </p:nvSpPr>
            <p:spPr>
              <a:xfrm>
                <a:off x="1296" y="61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6" name="Google Shape;1986;p25"/>
              <p:cNvSpPr/>
              <p:nvPr/>
            </p:nvSpPr>
            <p:spPr>
              <a:xfrm>
                <a:off x="1330" y="65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7" name="Google Shape;1987;p25"/>
              <p:cNvSpPr/>
              <p:nvPr/>
            </p:nvSpPr>
            <p:spPr>
              <a:xfrm>
                <a:off x="1364" y="68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8" name="Google Shape;1988;p25"/>
              <p:cNvSpPr/>
              <p:nvPr/>
            </p:nvSpPr>
            <p:spPr>
              <a:xfrm>
                <a:off x="1398" y="72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p25"/>
              <p:cNvSpPr/>
              <p:nvPr/>
            </p:nvSpPr>
            <p:spPr>
              <a:xfrm>
                <a:off x="1432" y="75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0" name="Google Shape;1990;p25"/>
              <p:cNvSpPr/>
              <p:nvPr/>
            </p:nvSpPr>
            <p:spPr>
              <a:xfrm>
                <a:off x="1466" y="78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1" name="Google Shape;1991;p25"/>
              <p:cNvSpPr/>
              <p:nvPr/>
            </p:nvSpPr>
            <p:spPr>
              <a:xfrm>
                <a:off x="1500" y="82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2" name="Google Shape;1992;p25"/>
              <p:cNvSpPr/>
              <p:nvPr/>
            </p:nvSpPr>
            <p:spPr>
              <a:xfrm>
                <a:off x="1534" y="856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3" name="Google Shape;1993;p25"/>
              <p:cNvSpPr/>
              <p:nvPr/>
            </p:nvSpPr>
            <p:spPr>
              <a:xfrm>
                <a:off x="1568" y="89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4" name="Google Shape;1994;p25"/>
              <p:cNvSpPr/>
              <p:nvPr/>
            </p:nvSpPr>
            <p:spPr>
              <a:xfrm>
                <a:off x="1603" y="925"/>
                <a:ext cx="22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5" name="Google Shape;1995;p25"/>
              <p:cNvSpPr/>
              <p:nvPr/>
            </p:nvSpPr>
            <p:spPr>
              <a:xfrm>
                <a:off x="1637" y="959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6" name="Google Shape;1996;p25"/>
              <p:cNvSpPr/>
              <p:nvPr/>
            </p:nvSpPr>
            <p:spPr>
              <a:xfrm>
                <a:off x="1671" y="99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7" name="Google Shape;1997;p25"/>
              <p:cNvSpPr/>
              <p:nvPr/>
            </p:nvSpPr>
            <p:spPr>
              <a:xfrm>
                <a:off x="1705" y="102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8" name="Google Shape;1998;p25"/>
              <p:cNvSpPr/>
              <p:nvPr/>
            </p:nvSpPr>
            <p:spPr>
              <a:xfrm>
                <a:off x="1739" y="106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9" name="Google Shape;1999;p25"/>
              <p:cNvSpPr/>
              <p:nvPr/>
            </p:nvSpPr>
            <p:spPr>
              <a:xfrm>
                <a:off x="1773" y="109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0" name="Google Shape;2000;p25"/>
              <p:cNvSpPr/>
              <p:nvPr/>
            </p:nvSpPr>
            <p:spPr>
              <a:xfrm>
                <a:off x="1807" y="112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1" name="Google Shape;2001;p25"/>
              <p:cNvSpPr/>
              <p:nvPr/>
            </p:nvSpPr>
            <p:spPr>
              <a:xfrm>
                <a:off x="1841" y="1163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2" name="Google Shape;2002;p25"/>
              <p:cNvSpPr/>
              <p:nvPr/>
            </p:nvSpPr>
            <p:spPr>
              <a:xfrm>
                <a:off x="1166" y="54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p25"/>
              <p:cNvSpPr/>
              <p:nvPr/>
            </p:nvSpPr>
            <p:spPr>
              <a:xfrm>
                <a:off x="1200" y="57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p25"/>
              <p:cNvSpPr/>
              <p:nvPr/>
            </p:nvSpPr>
            <p:spPr>
              <a:xfrm>
                <a:off x="1234" y="61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5" name="Google Shape;2005;p25"/>
              <p:cNvSpPr/>
              <p:nvPr/>
            </p:nvSpPr>
            <p:spPr>
              <a:xfrm>
                <a:off x="1268" y="64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6" name="Google Shape;2006;p25"/>
              <p:cNvSpPr/>
              <p:nvPr/>
            </p:nvSpPr>
            <p:spPr>
              <a:xfrm>
                <a:off x="1302" y="68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7" name="Google Shape;2007;p25"/>
              <p:cNvSpPr/>
              <p:nvPr/>
            </p:nvSpPr>
            <p:spPr>
              <a:xfrm>
                <a:off x="1336" y="71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8" name="Google Shape;2008;p25"/>
              <p:cNvSpPr/>
              <p:nvPr/>
            </p:nvSpPr>
            <p:spPr>
              <a:xfrm>
                <a:off x="1371" y="748"/>
                <a:ext cx="22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9" name="Google Shape;2009;p25"/>
              <p:cNvSpPr/>
              <p:nvPr/>
            </p:nvSpPr>
            <p:spPr>
              <a:xfrm>
                <a:off x="1405" y="782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0" name="Google Shape;2010;p25"/>
              <p:cNvSpPr/>
              <p:nvPr/>
            </p:nvSpPr>
            <p:spPr>
              <a:xfrm>
                <a:off x="1439" y="816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1" name="Google Shape;2011;p25"/>
              <p:cNvSpPr/>
              <p:nvPr/>
            </p:nvSpPr>
            <p:spPr>
              <a:xfrm>
                <a:off x="1473" y="85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2" name="Google Shape;2012;p25"/>
              <p:cNvSpPr/>
              <p:nvPr/>
            </p:nvSpPr>
            <p:spPr>
              <a:xfrm>
                <a:off x="1507" y="88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3" name="Google Shape;2013;p25"/>
              <p:cNvSpPr/>
              <p:nvPr/>
            </p:nvSpPr>
            <p:spPr>
              <a:xfrm>
                <a:off x="1541" y="91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4" name="Google Shape;2014;p25"/>
              <p:cNvSpPr/>
              <p:nvPr/>
            </p:nvSpPr>
            <p:spPr>
              <a:xfrm>
                <a:off x="1575" y="95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5" name="Google Shape;2015;p25"/>
              <p:cNvSpPr/>
              <p:nvPr/>
            </p:nvSpPr>
            <p:spPr>
              <a:xfrm>
                <a:off x="1609" y="98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6" name="Google Shape;2016;p25"/>
              <p:cNvSpPr/>
              <p:nvPr/>
            </p:nvSpPr>
            <p:spPr>
              <a:xfrm>
                <a:off x="1643" y="102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7" name="Google Shape;2017;p25"/>
              <p:cNvSpPr/>
              <p:nvPr/>
            </p:nvSpPr>
            <p:spPr>
              <a:xfrm>
                <a:off x="1677" y="105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8" name="Google Shape;2018;p25"/>
              <p:cNvSpPr/>
              <p:nvPr/>
            </p:nvSpPr>
            <p:spPr>
              <a:xfrm>
                <a:off x="1711" y="108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9" name="Google Shape;2019;p25"/>
              <p:cNvSpPr/>
              <p:nvPr/>
            </p:nvSpPr>
            <p:spPr>
              <a:xfrm>
                <a:off x="1745" y="1123"/>
                <a:ext cx="23" cy="22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0" name="Google Shape;2020;p25"/>
              <p:cNvSpPr/>
              <p:nvPr/>
            </p:nvSpPr>
            <p:spPr>
              <a:xfrm>
                <a:off x="1779" y="115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1" name="Google Shape;2021;p25"/>
              <p:cNvSpPr/>
              <p:nvPr/>
            </p:nvSpPr>
            <p:spPr>
              <a:xfrm>
                <a:off x="1813" y="1191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2" name="Google Shape;2022;p25"/>
            <p:cNvSpPr/>
            <p:nvPr/>
          </p:nvSpPr>
          <p:spPr>
            <a:xfrm>
              <a:off x="565757" y="9080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5"/>
            <p:cNvSpPr/>
            <p:nvPr/>
          </p:nvSpPr>
          <p:spPr>
            <a:xfrm>
              <a:off x="621319" y="962025"/>
              <a:ext cx="34925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5"/>
            <p:cNvSpPr/>
            <p:nvPr/>
          </p:nvSpPr>
          <p:spPr>
            <a:xfrm>
              <a:off x="675294" y="10160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5"/>
            <p:cNvSpPr/>
            <p:nvPr/>
          </p:nvSpPr>
          <p:spPr>
            <a:xfrm>
              <a:off x="729269" y="10699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5"/>
            <p:cNvSpPr/>
            <p:nvPr/>
          </p:nvSpPr>
          <p:spPr>
            <a:xfrm>
              <a:off x="783244" y="11239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5"/>
            <p:cNvSpPr/>
            <p:nvPr/>
          </p:nvSpPr>
          <p:spPr>
            <a:xfrm>
              <a:off x="837219" y="11779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5"/>
            <p:cNvSpPr/>
            <p:nvPr/>
          </p:nvSpPr>
          <p:spPr>
            <a:xfrm>
              <a:off x="891194" y="12319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5"/>
            <p:cNvSpPr/>
            <p:nvPr/>
          </p:nvSpPr>
          <p:spPr>
            <a:xfrm>
              <a:off x="945169" y="12858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5"/>
            <p:cNvSpPr/>
            <p:nvPr/>
          </p:nvSpPr>
          <p:spPr>
            <a:xfrm>
              <a:off x="999144" y="13398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5"/>
            <p:cNvSpPr/>
            <p:nvPr/>
          </p:nvSpPr>
          <p:spPr>
            <a:xfrm>
              <a:off x="1053119" y="13938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5"/>
            <p:cNvSpPr/>
            <p:nvPr/>
          </p:nvSpPr>
          <p:spPr>
            <a:xfrm>
              <a:off x="1107094" y="14478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5"/>
            <p:cNvSpPr/>
            <p:nvPr/>
          </p:nvSpPr>
          <p:spPr>
            <a:xfrm>
              <a:off x="1161069" y="15017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5"/>
            <p:cNvSpPr/>
            <p:nvPr/>
          </p:nvSpPr>
          <p:spPr>
            <a:xfrm>
              <a:off x="1215044" y="15557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5"/>
            <p:cNvSpPr/>
            <p:nvPr/>
          </p:nvSpPr>
          <p:spPr>
            <a:xfrm>
              <a:off x="1269019" y="16097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25"/>
            <p:cNvSpPr/>
            <p:nvPr/>
          </p:nvSpPr>
          <p:spPr>
            <a:xfrm>
              <a:off x="1322994" y="16637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25"/>
            <p:cNvSpPr/>
            <p:nvPr/>
          </p:nvSpPr>
          <p:spPr>
            <a:xfrm>
              <a:off x="1376969" y="17176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25"/>
            <p:cNvSpPr/>
            <p:nvPr/>
          </p:nvSpPr>
          <p:spPr>
            <a:xfrm>
              <a:off x="1430944" y="17716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5"/>
            <p:cNvSpPr/>
            <p:nvPr/>
          </p:nvSpPr>
          <p:spPr>
            <a:xfrm>
              <a:off x="1484919" y="18256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5"/>
            <p:cNvSpPr/>
            <p:nvPr/>
          </p:nvSpPr>
          <p:spPr>
            <a:xfrm>
              <a:off x="1538894" y="18796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5"/>
            <p:cNvSpPr/>
            <p:nvPr/>
          </p:nvSpPr>
          <p:spPr>
            <a:xfrm>
              <a:off x="1592869" y="19335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25"/>
            <p:cNvSpPr/>
            <p:nvPr/>
          </p:nvSpPr>
          <p:spPr>
            <a:xfrm>
              <a:off x="522894" y="950913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25"/>
            <p:cNvSpPr/>
            <p:nvPr/>
          </p:nvSpPr>
          <p:spPr>
            <a:xfrm>
              <a:off x="576869" y="1004888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5"/>
            <p:cNvSpPr/>
            <p:nvPr/>
          </p:nvSpPr>
          <p:spPr>
            <a:xfrm>
              <a:off x="630844" y="105886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5"/>
            <p:cNvSpPr/>
            <p:nvPr/>
          </p:nvSpPr>
          <p:spPr>
            <a:xfrm>
              <a:off x="684819" y="1112838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25"/>
            <p:cNvSpPr/>
            <p:nvPr/>
          </p:nvSpPr>
          <p:spPr>
            <a:xfrm>
              <a:off x="738794" y="116681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25"/>
            <p:cNvSpPr/>
            <p:nvPr/>
          </p:nvSpPr>
          <p:spPr>
            <a:xfrm>
              <a:off x="792769" y="1222375"/>
              <a:ext cx="36513" cy="34925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5"/>
            <p:cNvSpPr/>
            <p:nvPr/>
          </p:nvSpPr>
          <p:spPr>
            <a:xfrm>
              <a:off x="846744" y="1276350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5"/>
            <p:cNvSpPr/>
            <p:nvPr/>
          </p:nvSpPr>
          <p:spPr>
            <a:xfrm>
              <a:off x="900719" y="13303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5"/>
            <p:cNvSpPr/>
            <p:nvPr/>
          </p:nvSpPr>
          <p:spPr>
            <a:xfrm>
              <a:off x="954694" y="13843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5"/>
            <p:cNvSpPr/>
            <p:nvPr/>
          </p:nvSpPr>
          <p:spPr>
            <a:xfrm>
              <a:off x="1008669" y="1438275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5"/>
            <p:cNvSpPr/>
            <p:nvPr/>
          </p:nvSpPr>
          <p:spPr>
            <a:xfrm>
              <a:off x="1062644" y="14922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25"/>
            <p:cNvSpPr/>
            <p:nvPr/>
          </p:nvSpPr>
          <p:spPr>
            <a:xfrm>
              <a:off x="1116619" y="15462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5"/>
            <p:cNvSpPr/>
            <p:nvPr/>
          </p:nvSpPr>
          <p:spPr>
            <a:xfrm>
              <a:off x="1170594" y="1600200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5"/>
            <p:cNvSpPr/>
            <p:nvPr/>
          </p:nvSpPr>
          <p:spPr>
            <a:xfrm>
              <a:off x="1224569" y="16541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5"/>
            <p:cNvSpPr/>
            <p:nvPr/>
          </p:nvSpPr>
          <p:spPr>
            <a:xfrm>
              <a:off x="1278544" y="17081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5"/>
            <p:cNvSpPr/>
            <p:nvPr/>
          </p:nvSpPr>
          <p:spPr>
            <a:xfrm>
              <a:off x="1332519" y="1762125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5"/>
            <p:cNvSpPr/>
            <p:nvPr/>
          </p:nvSpPr>
          <p:spPr>
            <a:xfrm>
              <a:off x="1386494" y="18161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5"/>
            <p:cNvSpPr/>
            <p:nvPr/>
          </p:nvSpPr>
          <p:spPr>
            <a:xfrm>
              <a:off x="1440469" y="18700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5"/>
            <p:cNvSpPr/>
            <p:nvPr/>
          </p:nvSpPr>
          <p:spPr>
            <a:xfrm>
              <a:off x="1494444" y="1924050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5"/>
            <p:cNvSpPr/>
            <p:nvPr/>
          </p:nvSpPr>
          <p:spPr>
            <a:xfrm>
              <a:off x="1550007" y="1978025"/>
              <a:ext cx="34925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5"/>
            <p:cNvSpPr/>
            <p:nvPr/>
          </p:nvSpPr>
          <p:spPr>
            <a:xfrm>
              <a:off x="478444" y="99536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5"/>
            <p:cNvSpPr/>
            <p:nvPr/>
          </p:nvSpPr>
          <p:spPr>
            <a:xfrm>
              <a:off x="532419" y="1049338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25"/>
            <p:cNvSpPr/>
            <p:nvPr/>
          </p:nvSpPr>
          <p:spPr>
            <a:xfrm>
              <a:off x="587982" y="1104900"/>
              <a:ext cx="33338" cy="33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25"/>
            <p:cNvSpPr/>
            <p:nvPr/>
          </p:nvSpPr>
          <p:spPr>
            <a:xfrm>
              <a:off x="640369" y="1157288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5"/>
            <p:cNvSpPr/>
            <p:nvPr/>
          </p:nvSpPr>
          <p:spPr>
            <a:xfrm>
              <a:off x="694344" y="1211263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5"/>
            <p:cNvSpPr/>
            <p:nvPr/>
          </p:nvSpPr>
          <p:spPr>
            <a:xfrm>
              <a:off x="748319" y="1265238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5"/>
            <p:cNvSpPr/>
            <p:nvPr/>
          </p:nvSpPr>
          <p:spPr>
            <a:xfrm>
              <a:off x="802294" y="131921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5"/>
            <p:cNvSpPr/>
            <p:nvPr/>
          </p:nvSpPr>
          <p:spPr>
            <a:xfrm>
              <a:off x="856269" y="1373188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5"/>
            <p:cNvSpPr/>
            <p:nvPr/>
          </p:nvSpPr>
          <p:spPr>
            <a:xfrm>
              <a:off x="910244" y="1427163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25"/>
            <p:cNvSpPr/>
            <p:nvPr/>
          </p:nvSpPr>
          <p:spPr>
            <a:xfrm>
              <a:off x="964219" y="1481138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25"/>
            <p:cNvSpPr/>
            <p:nvPr/>
          </p:nvSpPr>
          <p:spPr>
            <a:xfrm>
              <a:off x="1018194" y="1536700"/>
              <a:ext cx="36513" cy="34925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25"/>
            <p:cNvSpPr/>
            <p:nvPr/>
          </p:nvSpPr>
          <p:spPr>
            <a:xfrm>
              <a:off x="1072169" y="1590675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25"/>
            <p:cNvSpPr/>
            <p:nvPr/>
          </p:nvSpPr>
          <p:spPr>
            <a:xfrm>
              <a:off x="1126144" y="16446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25"/>
            <p:cNvSpPr/>
            <p:nvPr/>
          </p:nvSpPr>
          <p:spPr>
            <a:xfrm>
              <a:off x="1180119" y="1698625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25"/>
            <p:cNvSpPr/>
            <p:nvPr/>
          </p:nvSpPr>
          <p:spPr>
            <a:xfrm>
              <a:off x="1235682" y="1752600"/>
              <a:ext cx="34925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25"/>
            <p:cNvSpPr/>
            <p:nvPr/>
          </p:nvSpPr>
          <p:spPr>
            <a:xfrm>
              <a:off x="1289657" y="18065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25"/>
            <p:cNvSpPr/>
            <p:nvPr/>
          </p:nvSpPr>
          <p:spPr>
            <a:xfrm>
              <a:off x="1343632" y="1860550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25"/>
            <p:cNvSpPr/>
            <p:nvPr/>
          </p:nvSpPr>
          <p:spPr>
            <a:xfrm>
              <a:off x="1397607" y="1914525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25"/>
            <p:cNvSpPr/>
            <p:nvPr/>
          </p:nvSpPr>
          <p:spPr>
            <a:xfrm>
              <a:off x="1451582" y="19685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25"/>
            <p:cNvSpPr/>
            <p:nvPr/>
          </p:nvSpPr>
          <p:spPr>
            <a:xfrm>
              <a:off x="1505557" y="2022475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2" name="Google Shape;2082;p25"/>
          <p:cNvGrpSpPr/>
          <p:nvPr/>
        </p:nvGrpSpPr>
        <p:grpSpPr>
          <a:xfrm>
            <a:off x="-390479" y="-357338"/>
            <a:ext cx="2090651" cy="2092749"/>
            <a:chOff x="5213090" y="468313"/>
            <a:chExt cx="1581151" cy="1582738"/>
          </a:xfrm>
        </p:grpSpPr>
        <p:sp>
          <p:nvSpPr>
            <p:cNvPr id="2083" name="Google Shape;2083;p25"/>
            <p:cNvSpPr/>
            <p:nvPr/>
          </p:nvSpPr>
          <p:spPr>
            <a:xfrm>
              <a:off x="6760903" y="9953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5"/>
            <p:cNvSpPr/>
            <p:nvPr/>
          </p:nvSpPr>
          <p:spPr>
            <a:xfrm>
              <a:off x="6705340" y="1047750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5"/>
            <p:cNvSpPr/>
            <p:nvPr/>
          </p:nvSpPr>
          <p:spPr>
            <a:xfrm>
              <a:off x="6651365" y="1101725"/>
              <a:ext cx="36513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25"/>
            <p:cNvSpPr/>
            <p:nvPr/>
          </p:nvSpPr>
          <p:spPr>
            <a:xfrm>
              <a:off x="6597390" y="1155700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25"/>
            <p:cNvSpPr/>
            <p:nvPr/>
          </p:nvSpPr>
          <p:spPr>
            <a:xfrm>
              <a:off x="6545003" y="1209675"/>
              <a:ext cx="34925" cy="34925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25"/>
            <p:cNvSpPr/>
            <p:nvPr/>
          </p:nvSpPr>
          <p:spPr>
            <a:xfrm>
              <a:off x="6491028" y="1263650"/>
              <a:ext cx="36513" cy="34925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25"/>
            <p:cNvSpPr/>
            <p:nvPr/>
          </p:nvSpPr>
          <p:spPr>
            <a:xfrm>
              <a:off x="6437053" y="1316038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25"/>
            <p:cNvSpPr/>
            <p:nvPr/>
          </p:nvSpPr>
          <p:spPr>
            <a:xfrm>
              <a:off x="6383078" y="1370013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25"/>
            <p:cNvSpPr/>
            <p:nvPr/>
          </p:nvSpPr>
          <p:spPr>
            <a:xfrm>
              <a:off x="6329103" y="1423988"/>
              <a:ext cx="36513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25"/>
            <p:cNvSpPr/>
            <p:nvPr/>
          </p:nvSpPr>
          <p:spPr>
            <a:xfrm>
              <a:off x="6275128" y="1477963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25"/>
            <p:cNvSpPr/>
            <p:nvPr/>
          </p:nvSpPr>
          <p:spPr>
            <a:xfrm>
              <a:off x="6222740" y="1531938"/>
              <a:ext cx="34925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25"/>
            <p:cNvSpPr/>
            <p:nvPr/>
          </p:nvSpPr>
          <p:spPr>
            <a:xfrm>
              <a:off x="6168765" y="1585913"/>
              <a:ext cx="36513" cy="34925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25"/>
            <p:cNvSpPr/>
            <p:nvPr/>
          </p:nvSpPr>
          <p:spPr>
            <a:xfrm>
              <a:off x="6114790" y="1638300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25"/>
            <p:cNvSpPr/>
            <p:nvPr/>
          </p:nvSpPr>
          <p:spPr>
            <a:xfrm>
              <a:off x="6060815" y="16922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25"/>
            <p:cNvSpPr/>
            <p:nvPr/>
          </p:nvSpPr>
          <p:spPr>
            <a:xfrm>
              <a:off x="6006840" y="1746250"/>
              <a:ext cx="36513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25"/>
            <p:cNvSpPr/>
            <p:nvPr/>
          </p:nvSpPr>
          <p:spPr>
            <a:xfrm>
              <a:off x="5952865" y="1800225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25"/>
            <p:cNvSpPr/>
            <p:nvPr/>
          </p:nvSpPr>
          <p:spPr>
            <a:xfrm>
              <a:off x="5902065" y="1855788"/>
              <a:ext cx="31750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25"/>
            <p:cNvSpPr/>
            <p:nvPr/>
          </p:nvSpPr>
          <p:spPr>
            <a:xfrm>
              <a:off x="5848090" y="19097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25"/>
            <p:cNvSpPr/>
            <p:nvPr/>
          </p:nvSpPr>
          <p:spPr>
            <a:xfrm>
              <a:off x="5792528" y="1960563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25"/>
            <p:cNvSpPr/>
            <p:nvPr/>
          </p:nvSpPr>
          <p:spPr>
            <a:xfrm>
              <a:off x="5738553" y="2014538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25"/>
            <p:cNvSpPr/>
            <p:nvPr/>
          </p:nvSpPr>
          <p:spPr>
            <a:xfrm>
              <a:off x="6714865" y="950913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25"/>
            <p:cNvSpPr/>
            <p:nvPr/>
          </p:nvSpPr>
          <p:spPr>
            <a:xfrm>
              <a:off x="6662478" y="1004888"/>
              <a:ext cx="34925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25"/>
            <p:cNvSpPr/>
            <p:nvPr/>
          </p:nvSpPr>
          <p:spPr>
            <a:xfrm>
              <a:off x="6610090" y="10588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25"/>
            <p:cNvSpPr/>
            <p:nvPr/>
          </p:nvSpPr>
          <p:spPr>
            <a:xfrm>
              <a:off x="6556115" y="1112838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25"/>
            <p:cNvSpPr/>
            <p:nvPr/>
          </p:nvSpPr>
          <p:spPr>
            <a:xfrm>
              <a:off x="6500553" y="116522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25"/>
            <p:cNvSpPr/>
            <p:nvPr/>
          </p:nvSpPr>
          <p:spPr>
            <a:xfrm>
              <a:off x="6446578" y="1219200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25"/>
            <p:cNvSpPr/>
            <p:nvPr/>
          </p:nvSpPr>
          <p:spPr>
            <a:xfrm>
              <a:off x="6392603" y="127317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25"/>
            <p:cNvSpPr/>
            <p:nvPr/>
          </p:nvSpPr>
          <p:spPr>
            <a:xfrm>
              <a:off x="6340215" y="1327150"/>
              <a:ext cx="34925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25"/>
            <p:cNvSpPr/>
            <p:nvPr/>
          </p:nvSpPr>
          <p:spPr>
            <a:xfrm>
              <a:off x="6286240" y="1379538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25"/>
            <p:cNvSpPr/>
            <p:nvPr/>
          </p:nvSpPr>
          <p:spPr>
            <a:xfrm>
              <a:off x="6233853" y="14351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25"/>
            <p:cNvSpPr/>
            <p:nvPr/>
          </p:nvSpPr>
          <p:spPr>
            <a:xfrm>
              <a:off x="6178290" y="1487488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25"/>
            <p:cNvSpPr/>
            <p:nvPr/>
          </p:nvSpPr>
          <p:spPr>
            <a:xfrm>
              <a:off x="6124315" y="1541463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6070340" y="1595438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6016365" y="1649413"/>
              <a:ext cx="36513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63978" y="1701800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10003" y="17557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856028" y="1809750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802053" y="186372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748078" y="1917700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695690" y="19732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6672003" y="906463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6618028" y="960438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6565640" y="10160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511665" y="1069975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456103" y="11207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03715" y="1174750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349740" y="1228725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6295765" y="1282700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6241790" y="133667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32" name="Google Shape;2132;p25"/>
            <p:cNvGrpSpPr/>
            <p:nvPr/>
          </p:nvGrpSpPr>
          <p:grpSpPr>
            <a:xfrm>
              <a:off x="5255952" y="468313"/>
              <a:ext cx="1408113" cy="1493838"/>
              <a:chOff x="3702" y="295"/>
              <a:chExt cx="887" cy="941"/>
            </a:xfrm>
          </p:grpSpPr>
          <p:sp>
            <p:nvSpPr>
              <p:cNvPr id="2133" name="Google Shape;2133;p25"/>
              <p:cNvSpPr/>
              <p:nvPr/>
            </p:nvSpPr>
            <p:spPr>
              <a:xfrm>
                <a:off x="4289" y="876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p25"/>
              <p:cNvSpPr/>
              <p:nvPr/>
            </p:nvSpPr>
            <p:spPr>
              <a:xfrm>
                <a:off x="4255" y="910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p25"/>
              <p:cNvSpPr/>
              <p:nvPr/>
            </p:nvSpPr>
            <p:spPr>
              <a:xfrm>
                <a:off x="4222" y="943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6" name="Google Shape;2136;p25"/>
              <p:cNvSpPr/>
              <p:nvPr/>
            </p:nvSpPr>
            <p:spPr>
              <a:xfrm>
                <a:off x="4188" y="97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25"/>
              <p:cNvSpPr/>
              <p:nvPr/>
            </p:nvSpPr>
            <p:spPr>
              <a:xfrm>
                <a:off x="4154" y="101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p25"/>
              <p:cNvSpPr/>
              <p:nvPr/>
            </p:nvSpPr>
            <p:spPr>
              <a:xfrm>
                <a:off x="4120" y="1045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p25"/>
              <p:cNvSpPr/>
              <p:nvPr/>
            </p:nvSpPr>
            <p:spPr>
              <a:xfrm>
                <a:off x="4086" y="1079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p25"/>
              <p:cNvSpPr/>
              <p:nvPr/>
            </p:nvSpPr>
            <p:spPr>
              <a:xfrm>
                <a:off x="4052" y="1113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25"/>
              <p:cNvSpPr/>
              <p:nvPr/>
            </p:nvSpPr>
            <p:spPr>
              <a:xfrm>
                <a:off x="4019" y="1146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p25"/>
              <p:cNvSpPr/>
              <p:nvPr/>
            </p:nvSpPr>
            <p:spPr>
              <a:xfrm>
                <a:off x="3985" y="118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p25"/>
              <p:cNvSpPr/>
              <p:nvPr/>
            </p:nvSpPr>
            <p:spPr>
              <a:xfrm>
                <a:off x="3952" y="1215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25"/>
              <p:cNvSpPr/>
              <p:nvPr/>
            </p:nvSpPr>
            <p:spPr>
              <a:xfrm>
                <a:off x="4566" y="544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5" name="Google Shape;2145;p25"/>
              <p:cNvSpPr/>
              <p:nvPr/>
            </p:nvSpPr>
            <p:spPr>
              <a:xfrm>
                <a:off x="4532" y="57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6" name="Google Shape;2146;p25"/>
              <p:cNvSpPr/>
              <p:nvPr/>
            </p:nvSpPr>
            <p:spPr>
              <a:xfrm>
                <a:off x="4498" y="61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7" name="Google Shape;2147;p25"/>
              <p:cNvSpPr/>
              <p:nvPr/>
            </p:nvSpPr>
            <p:spPr>
              <a:xfrm>
                <a:off x="4465" y="645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8" name="Google Shape;2148;p25"/>
              <p:cNvSpPr/>
              <p:nvPr/>
            </p:nvSpPr>
            <p:spPr>
              <a:xfrm>
                <a:off x="4431" y="679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9" name="Google Shape;2149;p25"/>
              <p:cNvSpPr/>
              <p:nvPr/>
            </p:nvSpPr>
            <p:spPr>
              <a:xfrm>
                <a:off x="4398" y="714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25"/>
              <p:cNvSpPr/>
              <p:nvPr/>
            </p:nvSpPr>
            <p:spPr>
              <a:xfrm>
                <a:off x="4363" y="747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p25"/>
              <p:cNvSpPr/>
              <p:nvPr/>
            </p:nvSpPr>
            <p:spPr>
              <a:xfrm>
                <a:off x="4329" y="78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p25"/>
              <p:cNvSpPr/>
              <p:nvPr/>
            </p:nvSpPr>
            <p:spPr>
              <a:xfrm>
                <a:off x="4295" y="81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25"/>
              <p:cNvSpPr/>
              <p:nvPr/>
            </p:nvSpPr>
            <p:spPr>
              <a:xfrm>
                <a:off x="4262" y="848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25"/>
              <p:cNvSpPr/>
              <p:nvPr/>
            </p:nvSpPr>
            <p:spPr>
              <a:xfrm>
                <a:off x="4228" y="882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5" name="Google Shape;2155;p25"/>
              <p:cNvSpPr/>
              <p:nvPr/>
            </p:nvSpPr>
            <p:spPr>
              <a:xfrm>
                <a:off x="4195" y="917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6" name="Google Shape;2156;p25"/>
              <p:cNvSpPr/>
              <p:nvPr/>
            </p:nvSpPr>
            <p:spPr>
              <a:xfrm>
                <a:off x="4161" y="951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p25"/>
              <p:cNvSpPr/>
              <p:nvPr/>
            </p:nvSpPr>
            <p:spPr>
              <a:xfrm>
                <a:off x="4126" y="98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25"/>
              <p:cNvSpPr/>
              <p:nvPr/>
            </p:nvSpPr>
            <p:spPr>
              <a:xfrm>
                <a:off x="4092" y="101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25"/>
              <p:cNvSpPr/>
              <p:nvPr/>
            </p:nvSpPr>
            <p:spPr>
              <a:xfrm>
                <a:off x="4059" y="1051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0" name="Google Shape;2160;p25"/>
              <p:cNvSpPr/>
              <p:nvPr/>
            </p:nvSpPr>
            <p:spPr>
              <a:xfrm>
                <a:off x="4025" y="1085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p25"/>
              <p:cNvSpPr/>
              <p:nvPr/>
            </p:nvSpPr>
            <p:spPr>
              <a:xfrm>
                <a:off x="3991" y="1119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p25"/>
              <p:cNvSpPr/>
              <p:nvPr/>
            </p:nvSpPr>
            <p:spPr>
              <a:xfrm>
                <a:off x="3957" y="1153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p25"/>
              <p:cNvSpPr/>
              <p:nvPr/>
            </p:nvSpPr>
            <p:spPr>
              <a:xfrm>
                <a:off x="3923" y="118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5"/>
              <p:cNvSpPr/>
              <p:nvPr/>
            </p:nvSpPr>
            <p:spPr>
              <a:xfrm>
                <a:off x="4539" y="516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p25"/>
              <p:cNvSpPr/>
              <p:nvPr/>
            </p:nvSpPr>
            <p:spPr>
              <a:xfrm>
                <a:off x="4505" y="550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25"/>
              <p:cNvSpPr/>
              <p:nvPr/>
            </p:nvSpPr>
            <p:spPr>
              <a:xfrm>
                <a:off x="4471" y="584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7" name="Google Shape;2167;p25"/>
              <p:cNvSpPr/>
              <p:nvPr/>
            </p:nvSpPr>
            <p:spPr>
              <a:xfrm>
                <a:off x="4437" y="61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8" name="Google Shape;2168;p25"/>
              <p:cNvSpPr/>
              <p:nvPr/>
            </p:nvSpPr>
            <p:spPr>
              <a:xfrm>
                <a:off x="4403" y="65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25"/>
              <p:cNvSpPr/>
              <p:nvPr/>
            </p:nvSpPr>
            <p:spPr>
              <a:xfrm>
                <a:off x="4370" y="68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0" name="Google Shape;2170;p25"/>
              <p:cNvSpPr/>
              <p:nvPr/>
            </p:nvSpPr>
            <p:spPr>
              <a:xfrm>
                <a:off x="4337" y="720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1" name="Google Shape;2171;p25"/>
              <p:cNvSpPr/>
              <p:nvPr/>
            </p:nvSpPr>
            <p:spPr>
              <a:xfrm>
                <a:off x="4302" y="753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2" name="Google Shape;2172;p25"/>
              <p:cNvSpPr/>
              <p:nvPr/>
            </p:nvSpPr>
            <p:spPr>
              <a:xfrm>
                <a:off x="4268" y="787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3" name="Google Shape;2173;p25"/>
              <p:cNvSpPr/>
              <p:nvPr/>
            </p:nvSpPr>
            <p:spPr>
              <a:xfrm>
                <a:off x="4234" y="82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4" name="Google Shape;2174;p25"/>
              <p:cNvSpPr/>
              <p:nvPr/>
            </p:nvSpPr>
            <p:spPr>
              <a:xfrm>
                <a:off x="4200" y="85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4166" y="888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4133" y="922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4099" y="956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4065" y="990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4031" y="1023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3997" y="105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3963" y="109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929" y="112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896" y="1159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p25"/>
              <p:cNvSpPr/>
              <p:nvPr/>
            </p:nvSpPr>
            <p:spPr>
              <a:xfrm>
                <a:off x="4511" y="488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p25"/>
              <p:cNvSpPr/>
              <p:nvPr/>
            </p:nvSpPr>
            <p:spPr>
              <a:xfrm>
                <a:off x="4477" y="522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4443" y="556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4409" y="590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4376" y="624"/>
                <a:ext cx="22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4342" y="65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4308" y="69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4274" y="725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4240" y="759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4206" y="793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4173" y="827"/>
                <a:ext cx="22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5" name="Google Shape;2195;p25"/>
              <p:cNvSpPr/>
              <p:nvPr/>
            </p:nvSpPr>
            <p:spPr>
              <a:xfrm>
                <a:off x="4139" y="861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6" name="Google Shape;2196;p25"/>
              <p:cNvSpPr/>
              <p:nvPr/>
            </p:nvSpPr>
            <p:spPr>
              <a:xfrm>
                <a:off x="4105" y="89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p25"/>
              <p:cNvSpPr/>
              <p:nvPr/>
            </p:nvSpPr>
            <p:spPr>
              <a:xfrm>
                <a:off x="4072" y="92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8" name="Google Shape;2198;p25"/>
              <p:cNvSpPr/>
              <p:nvPr/>
            </p:nvSpPr>
            <p:spPr>
              <a:xfrm>
                <a:off x="4038" y="96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9" name="Google Shape;2199;p25"/>
              <p:cNvSpPr/>
              <p:nvPr/>
            </p:nvSpPr>
            <p:spPr>
              <a:xfrm>
                <a:off x="4003" y="996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0" name="Google Shape;2200;p25"/>
              <p:cNvSpPr/>
              <p:nvPr/>
            </p:nvSpPr>
            <p:spPr>
              <a:xfrm>
                <a:off x="3970" y="1030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1" name="Google Shape;2201;p25"/>
              <p:cNvSpPr/>
              <p:nvPr/>
            </p:nvSpPr>
            <p:spPr>
              <a:xfrm>
                <a:off x="3936" y="1064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p25"/>
              <p:cNvSpPr/>
              <p:nvPr/>
            </p:nvSpPr>
            <p:spPr>
              <a:xfrm>
                <a:off x="3902" y="109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3" name="Google Shape;2203;p25"/>
              <p:cNvSpPr/>
              <p:nvPr/>
            </p:nvSpPr>
            <p:spPr>
              <a:xfrm>
                <a:off x="3868" y="113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4" name="Google Shape;2204;p25"/>
              <p:cNvSpPr/>
              <p:nvPr/>
            </p:nvSpPr>
            <p:spPr>
              <a:xfrm>
                <a:off x="4483" y="461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5" name="Google Shape;2205;p25"/>
              <p:cNvSpPr/>
              <p:nvPr/>
            </p:nvSpPr>
            <p:spPr>
              <a:xfrm>
                <a:off x="4450" y="495"/>
                <a:ext cx="22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6" name="Google Shape;2206;p25"/>
              <p:cNvSpPr/>
              <p:nvPr/>
            </p:nvSpPr>
            <p:spPr>
              <a:xfrm>
                <a:off x="4416" y="528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7" name="Google Shape;2207;p25"/>
              <p:cNvSpPr/>
              <p:nvPr/>
            </p:nvSpPr>
            <p:spPr>
              <a:xfrm>
                <a:off x="4382" y="56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8" name="Google Shape;2208;p25"/>
              <p:cNvSpPr/>
              <p:nvPr/>
            </p:nvSpPr>
            <p:spPr>
              <a:xfrm>
                <a:off x="4348" y="596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9" name="Google Shape;2209;p25"/>
              <p:cNvSpPr/>
              <p:nvPr/>
            </p:nvSpPr>
            <p:spPr>
              <a:xfrm>
                <a:off x="4314" y="63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0" name="Google Shape;2210;p25"/>
              <p:cNvSpPr/>
              <p:nvPr/>
            </p:nvSpPr>
            <p:spPr>
              <a:xfrm>
                <a:off x="4280" y="66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1" name="Google Shape;2211;p25"/>
              <p:cNvSpPr/>
              <p:nvPr/>
            </p:nvSpPr>
            <p:spPr>
              <a:xfrm>
                <a:off x="4246" y="698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2" name="Google Shape;2212;p25"/>
              <p:cNvSpPr/>
              <p:nvPr/>
            </p:nvSpPr>
            <p:spPr>
              <a:xfrm>
                <a:off x="4214" y="73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3" name="Google Shape;2213;p25"/>
              <p:cNvSpPr/>
              <p:nvPr/>
            </p:nvSpPr>
            <p:spPr>
              <a:xfrm>
                <a:off x="4179" y="76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4" name="Google Shape;2214;p25"/>
              <p:cNvSpPr/>
              <p:nvPr/>
            </p:nvSpPr>
            <p:spPr>
              <a:xfrm>
                <a:off x="4145" y="799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5" name="Google Shape;2215;p25"/>
              <p:cNvSpPr/>
              <p:nvPr/>
            </p:nvSpPr>
            <p:spPr>
              <a:xfrm>
                <a:off x="4111" y="83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6" name="Google Shape;2216;p25"/>
              <p:cNvSpPr/>
              <p:nvPr/>
            </p:nvSpPr>
            <p:spPr>
              <a:xfrm>
                <a:off x="4077" y="86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7" name="Google Shape;2217;p25"/>
              <p:cNvSpPr/>
              <p:nvPr/>
            </p:nvSpPr>
            <p:spPr>
              <a:xfrm>
                <a:off x="4043" y="901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8" name="Google Shape;2218;p25"/>
              <p:cNvSpPr/>
              <p:nvPr/>
            </p:nvSpPr>
            <p:spPr>
              <a:xfrm>
                <a:off x="4011" y="93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9" name="Google Shape;2219;p25"/>
              <p:cNvSpPr/>
              <p:nvPr/>
            </p:nvSpPr>
            <p:spPr>
              <a:xfrm>
                <a:off x="3976" y="96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0" name="Google Shape;2220;p25"/>
              <p:cNvSpPr/>
              <p:nvPr/>
            </p:nvSpPr>
            <p:spPr>
              <a:xfrm>
                <a:off x="3942" y="100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1" name="Google Shape;2221;p25"/>
              <p:cNvSpPr/>
              <p:nvPr/>
            </p:nvSpPr>
            <p:spPr>
              <a:xfrm>
                <a:off x="3908" y="103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2" name="Google Shape;2222;p25"/>
              <p:cNvSpPr/>
              <p:nvPr/>
            </p:nvSpPr>
            <p:spPr>
              <a:xfrm>
                <a:off x="3874" y="107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25"/>
              <p:cNvSpPr/>
              <p:nvPr/>
            </p:nvSpPr>
            <p:spPr>
              <a:xfrm>
                <a:off x="3840" y="1104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4" name="Google Shape;2224;p25"/>
              <p:cNvSpPr/>
              <p:nvPr/>
            </p:nvSpPr>
            <p:spPr>
              <a:xfrm>
                <a:off x="4457" y="43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5" name="Google Shape;2225;p25"/>
              <p:cNvSpPr/>
              <p:nvPr/>
            </p:nvSpPr>
            <p:spPr>
              <a:xfrm>
                <a:off x="4423" y="46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25"/>
              <p:cNvSpPr/>
              <p:nvPr/>
            </p:nvSpPr>
            <p:spPr>
              <a:xfrm>
                <a:off x="4388" y="50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7" name="Google Shape;2227;p25"/>
              <p:cNvSpPr/>
              <p:nvPr/>
            </p:nvSpPr>
            <p:spPr>
              <a:xfrm>
                <a:off x="4354" y="535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8" name="Google Shape;2228;p25"/>
              <p:cNvSpPr/>
              <p:nvPr/>
            </p:nvSpPr>
            <p:spPr>
              <a:xfrm>
                <a:off x="4320" y="568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9" name="Google Shape;2229;p25"/>
              <p:cNvSpPr/>
              <p:nvPr/>
            </p:nvSpPr>
            <p:spPr>
              <a:xfrm>
                <a:off x="4287" y="602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0" name="Google Shape;2230;p25"/>
              <p:cNvSpPr/>
              <p:nvPr/>
            </p:nvSpPr>
            <p:spPr>
              <a:xfrm>
                <a:off x="4253" y="636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1" name="Google Shape;2231;p25"/>
              <p:cNvSpPr/>
              <p:nvPr/>
            </p:nvSpPr>
            <p:spPr>
              <a:xfrm>
                <a:off x="4219" y="67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2" name="Google Shape;2232;p25"/>
              <p:cNvSpPr/>
              <p:nvPr/>
            </p:nvSpPr>
            <p:spPr>
              <a:xfrm>
                <a:off x="4185" y="70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25"/>
              <p:cNvSpPr/>
              <p:nvPr/>
            </p:nvSpPr>
            <p:spPr>
              <a:xfrm>
                <a:off x="4151" y="738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4" name="Google Shape;2234;p25"/>
              <p:cNvSpPr/>
              <p:nvPr/>
            </p:nvSpPr>
            <p:spPr>
              <a:xfrm>
                <a:off x="4117" y="771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5" name="Google Shape;2235;p25"/>
              <p:cNvSpPr/>
              <p:nvPr/>
            </p:nvSpPr>
            <p:spPr>
              <a:xfrm>
                <a:off x="4084" y="805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p25"/>
              <p:cNvSpPr/>
              <p:nvPr/>
            </p:nvSpPr>
            <p:spPr>
              <a:xfrm>
                <a:off x="4050" y="839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7" name="Google Shape;2237;p25"/>
              <p:cNvSpPr/>
              <p:nvPr/>
            </p:nvSpPr>
            <p:spPr>
              <a:xfrm>
                <a:off x="4016" y="87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8" name="Google Shape;2238;p25"/>
              <p:cNvSpPr/>
              <p:nvPr/>
            </p:nvSpPr>
            <p:spPr>
              <a:xfrm>
                <a:off x="3982" y="90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25"/>
              <p:cNvSpPr/>
              <p:nvPr/>
            </p:nvSpPr>
            <p:spPr>
              <a:xfrm>
                <a:off x="3948" y="941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25"/>
              <p:cNvSpPr/>
              <p:nvPr/>
            </p:nvSpPr>
            <p:spPr>
              <a:xfrm>
                <a:off x="3915" y="976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1" name="Google Shape;2241;p25"/>
              <p:cNvSpPr/>
              <p:nvPr/>
            </p:nvSpPr>
            <p:spPr>
              <a:xfrm>
                <a:off x="3882" y="100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2" name="Google Shape;2242;p25"/>
              <p:cNvSpPr/>
              <p:nvPr/>
            </p:nvSpPr>
            <p:spPr>
              <a:xfrm>
                <a:off x="3847" y="1042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3" name="Google Shape;2243;p25"/>
              <p:cNvSpPr/>
              <p:nvPr/>
            </p:nvSpPr>
            <p:spPr>
              <a:xfrm>
                <a:off x="3813" y="107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4" name="Google Shape;2244;p25"/>
              <p:cNvSpPr/>
              <p:nvPr/>
            </p:nvSpPr>
            <p:spPr>
              <a:xfrm>
                <a:off x="4429" y="40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5" name="Google Shape;2245;p25"/>
              <p:cNvSpPr/>
              <p:nvPr/>
            </p:nvSpPr>
            <p:spPr>
              <a:xfrm>
                <a:off x="4394" y="439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6" name="Google Shape;2246;p25"/>
              <p:cNvSpPr/>
              <p:nvPr/>
            </p:nvSpPr>
            <p:spPr>
              <a:xfrm>
                <a:off x="4360" y="47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7" name="Google Shape;2247;p25"/>
              <p:cNvSpPr/>
              <p:nvPr/>
            </p:nvSpPr>
            <p:spPr>
              <a:xfrm>
                <a:off x="4327" y="507"/>
                <a:ext cx="22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25"/>
              <p:cNvSpPr/>
              <p:nvPr/>
            </p:nvSpPr>
            <p:spPr>
              <a:xfrm>
                <a:off x="4293" y="54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25"/>
              <p:cNvSpPr/>
              <p:nvPr/>
            </p:nvSpPr>
            <p:spPr>
              <a:xfrm>
                <a:off x="4259" y="575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0" name="Google Shape;2250;p25"/>
              <p:cNvSpPr/>
              <p:nvPr/>
            </p:nvSpPr>
            <p:spPr>
              <a:xfrm>
                <a:off x="4225" y="609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25"/>
              <p:cNvSpPr/>
              <p:nvPr/>
            </p:nvSpPr>
            <p:spPr>
              <a:xfrm>
                <a:off x="4191" y="64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2" name="Google Shape;2252;p25"/>
              <p:cNvSpPr/>
              <p:nvPr/>
            </p:nvSpPr>
            <p:spPr>
              <a:xfrm>
                <a:off x="4157" y="67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3" name="Google Shape;2253;p25"/>
              <p:cNvSpPr/>
              <p:nvPr/>
            </p:nvSpPr>
            <p:spPr>
              <a:xfrm>
                <a:off x="4124" y="710"/>
                <a:ext cx="22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25"/>
              <p:cNvSpPr/>
              <p:nvPr/>
            </p:nvSpPr>
            <p:spPr>
              <a:xfrm>
                <a:off x="4090" y="74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25"/>
              <p:cNvSpPr/>
              <p:nvPr/>
            </p:nvSpPr>
            <p:spPr>
              <a:xfrm>
                <a:off x="4056" y="778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6" name="Google Shape;2256;p25"/>
              <p:cNvSpPr/>
              <p:nvPr/>
            </p:nvSpPr>
            <p:spPr>
              <a:xfrm>
                <a:off x="4022" y="812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7" name="Google Shape;2257;p25"/>
              <p:cNvSpPr/>
              <p:nvPr/>
            </p:nvSpPr>
            <p:spPr>
              <a:xfrm>
                <a:off x="3988" y="84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25"/>
              <p:cNvSpPr/>
              <p:nvPr/>
            </p:nvSpPr>
            <p:spPr>
              <a:xfrm>
                <a:off x="3954" y="879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9" name="Google Shape;2259;p25"/>
              <p:cNvSpPr/>
              <p:nvPr/>
            </p:nvSpPr>
            <p:spPr>
              <a:xfrm>
                <a:off x="3921" y="913"/>
                <a:ext cx="22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0" name="Google Shape;2260;p25"/>
              <p:cNvSpPr/>
              <p:nvPr/>
            </p:nvSpPr>
            <p:spPr>
              <a:xfrm>
                <a:off x="3888" y="94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1" name="Google Shape;2261;p25"/>
              <p:cNvSpPr/>
              <p:nvPr/>
            </p:nvSpPr>
            <p:spPr>
              <a:xfrm>
                <a:off x="3854" y="982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2" name="Google Shape;2262;p25"/>
              <p:cNvSpPr/>
              <p:nvPr/>
            </p:nvSpPr>
            <p:spPr>
              <a:xfrm>
                <a:off x="3819" y="1015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3" name="Google Shape;2263;p25"/>
              <p:cNvSpPr/>
              <p:nvPr/>
            </p:nvSpPr>
            <p:spPr>
              <a:xfrm>
                <a:off x="3785" y="104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4" name="Google Shape;2264;p25"/>
              <p:cNvSpPr/>
              <p:nvPr/>
            </p:nvSpPr>
            <p:spPr>
              <a:xfrm>
                <a:off x="4401" y="378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5" name="Google Shape;2265;p25"/>
              <p:cNvSpPr/>
              <p:nvPr/>
            </p:nvSpPr>
            <p:spPr>
              <a:xfrm>
                <a:off x="4367" y="412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6" name="Google Shape;2266;p25"/>
              <p:cNvSpPr/>
              <p:nvPr/>
            </p:nvSpPr>
            <p:spPr>
              <a:xfrm>
                <a:off x="4334" y="447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7" name="Google Shape;2267;p25"/>
              <p:cNvSpPr/>
              <p:nvPr/>
            </p:nvSpPr>
            <p:spPr>
              <a:xfrm>
                <a:off x="4300" y="48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8" name="Google Shape;2268;p25"/>
              <p:cNvSpPr/>
              <p:nvPr/>
            </p:nvSpPr>
            <p:spPr>
              <a:xfrm>
                <a:off x="4265" y="51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9" name="Google Shape;2269;p25"/>
              <p:cNvSpPr/>
              <p:nvPr/>
            </p:nvSpPr>
            <p:spPr>
              <a:xfrm>
                <a:off x="4231" y="54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0" name="Google Shape;2270;p25"/>
              <p:cNvSpPr/>
              <p:nvPr/>
            </p:nvSpPr>
            <p:spPr>
              <a:xfrm>
                <a:off x="4198" y="581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1" name="Google Shape;2271;p25"/>
              <p:cNvSpPr/>
              <p:nvPr/>
            </p:nvSpPr>
            <p:spPr>
              <a:xfrm>
                <a:off x="4164" y="615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25"/>
              <p:cNvSpPr/>
              <p:nvPr/>
            </p:nvSpPr>
            <p:spPr>
              <a:xfrm>
                <a:off x="4130" y="649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25"/>
              <p:cNvSpPr/>
              <p:nvPr/>
            </p:nvSpPr>
            <p:spPr>
              <a:xfrm>
                <a:off x="4097" y="68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4" name="Google Shape;2274;p25"/>
              <p:cNvSpPr/>
              <p:nvPr/>
            </p:nvSpPr>
            <p:spPr>
              <a:xfrm>
                <a:off x="4062" y="71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5" name="Google Shape;2275;p25"/>
              <p:cNvSpPr/>
              <p:nvPr/>
            </p:nvSpPr>
            <p:spPr>
              <a:xfrm>
                <a:off x="4028" y="75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6" name="Google Shape;2276;p25"/>
              <p:cNvSpPr/>
              <p:nvPr/>
            </p:nvSpPr>
            <p:spPr>
              <a:xfrm>
                <a:off x="3994" y="78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25"/>
              <p:cNvSpPr/>
              <p:nvPr/>
            </p:nvSpPr>
            <p:spPr>
              <a:xfrm>
                <a:off x="3961" y="818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25"/>
              <p:cNvSpPr/>
              <p:nvPr/>
            </p:nvSpPr>
            <p:spPr>
              <a:xfrm>
                <a:off x="3927" y="852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9" name="Google Shape;2279;p25"/>
              <p:cNvSpPr/>
              <p:nvPr/>
            </p:nvSpPr>
            <p:spPr>
              <a:xfrm>
                <a:off x="3893" y="885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25"/>
              <p:cNvSpPr/>
              <p:nvPr/>
            </p:nvSpPr>
            <p:spPr>
              <a:xfrm>
                <a:off x="3859" y="919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25"/>
              <p:cNvSpPr/>
              <p:nvPr/>
            </p:nvSpPr>
            <p:spPr>
              <a:xfrm>
                <a:off x="3825" y="95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2" name="Google Shape;2282;p25"/>
              <p:cNvSpPr/>
              <p:nvPr/>
            </p:nvSpPr>
            <p:spPr>
              <a:xfrm>
                <a:off x="3791" y="98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3" name="Google Shape;2283;p25"/>
              <p:cNvSpPr/>
              <p:nvPr/>
            </p:nvSpPr>
            <p:spPr>
              <a:xfrm>
                <a:off x="3759" y="102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4" name="Google Shape;2284;p25"/>
              <p:cNvSpPr/>
              <p:nvPr/>
            </p:nvSpPr>
            <p:spPr>
              <a:xfrm>
                <a:off x="4373" y="35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25"/>
              <p:cNvSpPr/>
              <p:nvPr/>
            </p:nvSpPr>
            <p:spPr>
              <a:xfrm>
                <a:off x="4339" y="38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25"/>
              <p:cNvSpPr/>
              <p:nvPr/>
            </p:nvSpPr>
            <p:spPr>
              <a:xfrm>
                <a:off x="4306" y="41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25"/>
              <p:cNvSpPr/>
              <p:nvPr/>
            </p:nvSpPr>
            <p:spPr>
              <a:xfrm>
                <a:off x="4272" y="45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8" name="Google Shape;2288;p25"/>
              <p:cNvSpPr/>
              <p:nvPr/>
            </p:nvSpPr>
            <p:spPr>
              <a:xfrm>
                <a:off x="4238" y="486"/>
                <a:ext cx="22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25"/>
              <p:cNvSpPr/>
              <p:nvPr/>
            </p:nvSpPr>
            <p:spPr>
              <a:xfrm>
                <a:off x="4204" y="519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25"/>
              <p:cNvSpPr/>
              <p:nvPr/>
            </p:nvSpPr>
            <p:spPr>
              <a:xfrm>
                <a:off x="4170" y="553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1" name="Google Shape;2291;p25"/>
              <p:cNvSpPr/>
              <p:nvPr/>
            </p:nvSpPr>
            <p:spPr>
              <a:xfrm>
                <a:off x="4136" y="58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2" name="Google Shape;2292;p25"/>
              <p:cNvSpPr/>
              <p:nvPr/>
            </p:nvSpPr>
            <p:spPr>
              <a:xfrm>
                <a:off x="4102" y="62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3" name="Google Shape;2293;p25"/>
              <p:cNvSpPr/>
              <p:nvPr/>
            </p:nvSpPr>
            <p:spPr>
              <a:xfrm>
                <a:off x="4068" y="65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4" name="Google Shape;2294;p25"/>
              <p:cNvSpPr/>
              <p:nvPr/>
            </p:nvSpPr>
            <p:spPr>
              <a:xfrm>
                <a:off x="4035" y="689"/>
                <a:ext cx="22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5" name="Google Shape;2295;p25"/>
              <p:cNvSpPr/>
              <p:nvPr/>
            </p:nvSpPr>
            <p:spPr>
              <a:xfrm>
                <a:off x="4001" y="722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6" name="Google Shape;2296;p25"/>
              <p:cNvSpPr/>
              <p:nvPr/>
            </p:nvSpPr>
            <p:spPr>
              <a:xfrm>
                <a:off x="3967" y="756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p25"/>
              <p:cNvSpPr/>
              <p:nvPr/>
            </p:nvSpPr>
            <p:spPr>
              <a:xfrm>
                <a:off x="3933" y="79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8" name="Google Shape;2298;p25"/>
              <p:cNvSpPr/>
              <p:nvPr/>
            </p:nvSpPr>
            <p:spPr>
              <a:xfrm>
                <a:off x="3899" y="82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9" name="Google Shape;2299;p25"/>
              <p:cNvSpPr/>
              <p:nvPr/>
            </p:nvSpPr>
            <p:spPr>
              <a:xfrm>
                <a:off x="3865" y="85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0" name="Google Shape;2300;p25"/>
              <p:cNvSpPr/>
              <p:nvPr/>
            </p:nvSpPr>
            <p:spPr>
              <a:xfrm>
                <a:off x="3832" y="892"/>
                <a:ext cx="22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1" name="Google Shape;2301;p25"/>
              <p:cNvSpPr/>
              <p:nvPr/>
            </p:nvSpPr>
            <p:spPr>
              <a:xfrm>
                <a:off x="3798" y="926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2" name="Google Shape;2302;p25"/>
              <p:cNvSpPr/>
              <p:nvPr/>
            </p:nvSpPr>
            <p:spPr>
              <a:xfrm>
                <a:off x="3764" y="959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3" name="Google Shape;2303;p25"/>
              <p:cNvSpPr/>
              <p:nvPr/>
            </p:nvSpPr>
            <p:spPr>
              <a:xfrm>
                <a:off x="3731" y="99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4" name="Google Shape;2304;p25"/>
              <p:cNvSpPr/>
              <p:nvPr/>
            </p:nvSpPr>
            <p:spPr>
              <a:xfrm>
                <a:off x="4345" y="323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5" name="Google Shape;2305;p25"/>
              <p:cNvSpPr/>
              <p:nvPr/>
            </p:nvSpPr>
            <p:spPr>
              <a:xfrm>
                <a:off x="4311" y="35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6" name="Google Shape;2306;p25"/>
              <p:cNvSpPr/>
              <p:nvPr/>
            </p:nvSpPr>
            <p:spPr>
              <a:xfrm>
                <a:off x="4278" y="390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7" name="Google Shape;2307;p25"/>
              <p:cNvSpPr/>
              <p:nvPr/>
            </p:nvSpPr>
            <p:spPr>
              <a:xfrm>
                <a:off x="4244" y="42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8" name="Google Shape;2308;p25"/>
              <p:cNvSpPr/>
              <p:nvPr/>
            </p:nvSpPr>
            <p:spPr>
              <a:xfrm>
                <a:off x="4210" y="45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9" name="Google Shape;2309;p25"/>
              <p:cNvSpPr/>
              <p:nvPr/>
            </p:nvSpPr>
            <p:spPr>
              <a:xfrm>
                <a:off x="4177" y="49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0" name="Google Shape;2310;p25"/>
              <p:cNvSpPr/>
              <p:nvPr/>
            </p:nvSpPr>
            <p:spPr>
              <a:xfrm>
                <a:off x="4142" y="526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p25"/>
              <p:cNvSpPr/>
              <p:nvPr/>
            </p:nvSpPr>
            <p:spPr>
              <a:xfrm>
                <a:off x="4108" y="560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p25"/>
              <p:cNvSpPr/>
              <p:nvPr/>
            </p:nvSpPr>
            <p:spPr>
              <a:xfrm>
                <a:off x="4075" y="593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p25"/>
              <p:cNvSpPr/>
              <p:nvPr/>
            </p:nvSpPr>
            <p:spPr>
              <a:xfrm>
                <a:off x="4041" y="62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4" name="Google Shape;2314;p25"/>
              <p:cNvSpPr/>
              <p:nvPr/>
            </p:nvSpPr>
            <p:spPr>
              <a:xfrm>
                <a:off x="4007" y="661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5" name="Google Shape;2315;p25"/>
              <p:cNvSpPr/>
              <p:nvPr/>
            </p:nvSpPr>
            <p:spPr>
              <a:xfrm>
                <a:off x="3974" y="69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6" name="Google Shape;2316;p25"/>
              <p:cNvSpPr/>
              <p:nvPr/>
            </p:nvSpPr>
            <p:spPr>
              <a:xfrm>
                <a:off x="3940" y="73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7" name="Google Shape;2317;p25"/>
              <p:cNvSpPr/>
              <p:nvPr/>
            </p:nvSpPr>
            <p:spPr>
              <a:xfrm>
                <a:off x="3905" y="763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8" name="Google Shape;2318;p25"/>
              <p:cNvSpPr/>
              <p:nvPr/>
            </p:nvSpPr>
            <p:spPr>
              <a:xfrm>
                <a:off x="3872" y="796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9" name="Google Shape;2319;p25"/>
              <p:cNvSpPr/>
              <p:nvPr/>
            </p:nvSpPr>
            <p:spPr>
              <a:xfrm>
                <a:off x="3838" y="83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0" name="Google Shape;2320;p25"/>
              <p:cNvSpPr/>
              <p:nvPr/>
            </p:nvSpPr>
            <p:spPr>
              <a:xfrm>
                <a:off x="3804" y="864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1" name="Google Shape;2321;p25"/>
              <p:cNvSpPr/>
              <p:nvPr/>
            </p:nvSpPr>
            <p:spPr>
              <a:xfrm>
                <a:off x="3770" y="898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p25"/>
              <p:cNvSpPr/>
              <p:nvPr/>
            </p:nvSpPr>
            <p:spPr>
              <a:xfrm>
                <a:off x="3736" y="932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p25"/>
              <p:cNvSpPr/>
              <p:nvPr/>
            </p:nvSpPr>
            <p:spPr>
              <a:xfrm>
                <a:off x="3702" y="966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4" name="Google Shape;2324;p25"/>
              <p:cNvSpPr/>
              <p:nvPr/>
            </p:nvSpPr>
            <p:spPr>
              <a:xfrm>
                <a:off x="4318" y="29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5" name="Google Shape;2325;p25"/>
              <p:cNvSpPr/>
              <p:nvPr/>
            </p:nvSpPr>
            <p:spPr>
              <a:xfrm>
                <a:off x="4284" y="329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6" name="Google Shape;2326;p25"/>
              <p:cNvSpPr/>
              <p:nvPr/>
            </p:nvSpPr>
            <p:spPr>
              <a:xfrm>
                <a:off x="4250" y="36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7" name="Google Shape;2327;p25"/>
              <p:cNvSpPr/>
              <p:nvPr/>
            </p:nvSpPr>
            <p:spPr>
              <a:xfrm>
                <a:off x="4216" y="397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8" name="Google Shape;2328;p25"/>
              <p:cNvSpPr/>
              <p:nvPr/>
            </p:nvSpPr>
            <p:spPr>
              <a:xfrm>
                <a:off x="4182" y="43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9" name="Google Shape;2329;p25"/>
              <p:cNvSpPr/>
              <p:nvPr/>
            </p:nvSpPr>
            <p:spPr>
              <a:xfrm>
                <a:off x="4150" y="46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0" name="Google Shape;2330;p25"/>
              <p:cNvSpPr/>
              <p:nvPr/>
            </p:nvSpPr>
            <p:spPr>
              <a:xfrm>
                <a:off x="4116" y="49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1" name="Google Shape;2331;p25"/>
              <p:cNvSpPr/>
              <p:nvPr/>
            </p:nvSpPr>
            <p:spPr>
              <a:xfrm>
                <a:off x="4081" y="53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2" name="Google Shape;2332;p25"/>
              <p:cNvSpPr/>
              <p:nvPr/>
            </p:nvSpPr>
            <p:spPr>
              <a:xfrm>
                <a:off x="4047" y="56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3" name="Google Shape;2333;p25"/>
            <p:cNvSpPr/>
            <p:nvPr/>
          </p:nvSpPr>
          <p:spPr>
            <a:xfrm>
              <a:off x="5749665" y="952500"/>
              <a:ext cx="36513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5"/>
            <p:cNvSpPr/>
            <p:nvPr/>
          </p:nvSpPr>
          <p:spPr>
            <a:xfrm>
              <a:off x="5695690" y="1004888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5"/>
            <p:cNvSpPr/>
            <p:nvPr/>
          </p:nvSpPr>
          <p:spPr>
            <a:xfrm>
              <a:off x="5643303" y="1058863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5"/>
            <p:cNvSpPr/>
            <p:nvPr/>
          </p:nvSpPr>
          <p:spPr>
            <a:xfrm>
              <a:off x="5589328" y="1112838"/>
              <a:ext cx="34925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5"/>
            <p:cNvSpPr/>
            <p:nvPr/>
          </p:nvSpPr>
          <p:spPr>
            <a:xfrm>
              <a:off x="5535353" y="1166813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5"/>
            <p:cNvSpPr/>
            <p:nvPr/>
          </p:nvSpPr>
          <p:spPr>
            <a:xfrm>
              <a:off x="5481378" y="1220788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5"/>
            <p:cNvSpPr/>
            <p:nvPr/>
          </p:nvSpPr>
          <p:spPr>
            <a:xfrm>
              <a:off x="5427403" y="1274763"/>
              <a:ext cx="36513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5"/>
            <p:cNvSpPr/>
            <p:nvPr/>
          </p:nvSpPr>
          <p:spPr>
            <a:xfrm>
              <a:off x="5373428" y="1327150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25"/>
            <p:cNvSpPr/>
            <p:nvPr/>
          </p:nvSpPr>
          <p:spPr>
            <a:xfrm>
              <a:off x="5319453" y="1381125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25"/>
            <p:cNvSpPr/>
            <p:nvPr/>
          </p:nvSpPr>
          <p:spPr>
            <a:xfrm>
              <a:off x="5267065" y="1435100"/>
              <a:ext cx="34925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5"/>
            <p:cNvSpPr/>
            <p:nvPr/>
          </p:nvSpPr>
          <p:spPr>
            <a:xfrm>
              <a:off x="5213090" y="14890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26"/>
          <p:cNvSpPr txBox="1"/>
          <p:nvPr>
            <p:ph type="title"/>
          </p:nvPr>
        </p:nvSpPr>
        <p:spPr>
          <a:xfrm>
            <a:off x="723900" y="3844151"/>
            <a:ext cx="7696199" cy="7468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6" name="Google Shape;2346;p26"/>
          <p:cNvSpPr/>
          <p:nvPr/>
        </p:nvSpPr>
        <p:spPr>
          <a:xfrm rot="10800000">
            <a:off x="-605116" y="4164123"/>
            <a:ext cx="2187206" cy="2575530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7" name="Google Shape;2347;p26"/>
          <p:cNvGrpSpPr/>
          <p:nvPr/>
        </p:nvGrpSpPr>
        <p:grpSpPr>
          <a:xfrm>
            <a:off x="7651434" y="-142378"/>
            <a:ext cx="1658248" cy="1282517"/>
            <a:chOff x="5136226" y="2246221"/>
            <a:chExt cx="1254126" cy="969962"/>
          </a:xfrm>
        </p:grpSpPr>
        <p:sp>
          <p:nvSpPr>
            <p:cNvPr id="2348" name="Google Shape;2348;p26"/>
            <p:cNvSpPr/>
            <p:nvPr/>
          </p:nvSpPr>
          <p:spPr>
            <a:xfrm>
              <a:off x="5448964" y="2246221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6"/>
            <p:cNvSpPr/>
            <p:nvPr/>
          </p:nvSpPr>
          <p:spPr>
            <a:xfrm>
              <a:off x="5136226" y="255895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6"/>
            <p:cNvSpPr/>
            <p:nvPr/>
          </p:nvSpPr>
          <p:spPr>
            <a:xfrm>
              <a:off x="5521989" y="2570071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6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2" name="Google Shape;2352;p26"/>
          <p:cNvGrpSpPr/>
          <p:nvPr/>
        </p:nvGrpSpPr>
        <p:grpSpPr>
          <a:xfrm>
            <a:off x="-1344947" y="2853552"/>
            <a:ext cx="2090651" cy="2092749"/>
            <a:chOff x="5213090" y="468313"/>
            <a:chExt cx="1581151" cy="1582738"/>
          </a:xfrm>
        </p:grpSpPr>
        <p:sp>
          <p:nvSpPr>
            <p:cNvPr id="2353" name="Google Shape;2353;p26"/>
            <p:cNvSpPr/>
            <p:nvPr/>
          </p:nvSpPr>
          <p:spPr>
            <a:xfrm>
              <a:off x="6760903" y="9953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6"/>
            <p:cNvSpPr/>
            <p:nvPr/>
          </p:nvSpPr>
          <p:spPr>
            <a:xfrm>
              <a:off x="6705340" y="1047750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6"/>
            <p:cNvSpPr/>
            <p:nvPr/>
          </p:nvSpPr>
          <p:spPr>
            <a:xfrm>
              <a:off x="6651365" y="1101725"/>
              <a:ext cx="36513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6"/>
            <p:cNvSpPr/>
            <p:nvPr/>
          </p:nvSpPr>
          <p:spPr>
            <a:xfrm>
              <a:off x="6597390" y="1155700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26"/>
            <p:cNvSpPr/>
            <p:nvPr/>
          </p:nvSpPr>
          <p:spPr>
            <a:xfrm>
              <a:off x="6545003" y="1209675"/>
              <a:ext cx="34925" cy="34925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26"/>
            <p:cNvSpPr/>
            <p:nvPr/>
          </p:nvSpPr>
          <p:spPr>
            <a:xfrm>
              <a:off x="6491028" y="1263650"/>
              <a:ext cx="36513" cy="34925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26"/>
            <p:cNvSpPr/>
            <p:nvPr/>
          </p:nvSpPr>
          <p:spPr>
            <a:xfrm>
              <a:off x="6437053" y="1316038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26"/>
            <p:cNvSpPr/>
            <p:nvPr/>
          </p:nvSpPr>
          <p:spPr>
            <a:xfrm>
              <a:off x="6383078" y="1370013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26"/>
            <p:cNvSpPr/>
            <p:nvPr/>
          </p:nvSpPr>
          <p:spPr>
            <a:xfrm>
              <a:off x="6329103" y="1423988"/>
              <a:ext cx="36513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26"/>
            <p:cNvSpPr/>
            <p:nvPr/>
          </p:nvSpPr>
          <p:spPr>
            <a:xfrm>
              <a:off x="6275128" y="1477963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26"/>
            <p:cNvSpPr/>
            <p:nvPr/>
          </p:nvSpPr>
          <p:spPr>
            <a:xfrm>
              <a:off x="6222740" y="1531938"/>
              <a:ext cx="34925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26"/>
            <p:cNvSpPr/>
            <p:nvPr/>
          </p:nvSpPr>
          <p:spPr>
            <a:xfrm>
              <a:off x="6168765" y="1585913"/>
              <a:ext cx="36513" cy="34925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26"/>
            <p:cNvSpPr/>
            <p:nvPr/>
          </p:nvSpPr>
          <p:spPr>
            <a:xfrm>
              <a:off x="6114790" y="1638300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26"/>
            <p:cNvSpPr/>
            <p:nvPr/>
          </p:nvSpPr>
          <p:spPr>
            <a:xfrm>
              <a:off x="6060815" y="16922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26"/>
            <p:cNvSpPr/>
            <p:nvPr/>
          </p:nvSpPr>
          <p:spPr>
            <a:xfrm>
              <a:off x="6006840" y="1746250"/>
              <a:ext cx="36513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26"/>
            <p:cNvSpPr/>
            <p:nvPr/>
          </p:nvSpPr>
          <p:spPr>
            <a:xfrm>
              <a:off x="5952865" y="1800225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6"/>
            <p:cNvSpPr/>
            <p:nvPr/>
          </p:nvSpPr>
          <p:spPr>
            <a:xfrm>
              <a:off x="5902065" y="1855788"/>
              <a:ext cx="31750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6"/>
            <p:cNvSpPr/>
            <p:nvPr/>
          </p:nvSpPr>
          <p:spPr>
            <a:xfrm>
              <a:off x="5848090" y="19097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26"/>
            <p:cNvSpPr/>
            <p:nvPr/>
          </p:nvSpPr>
          <p:spPr>
            <a:xfrm>
              <a:off x="5792528" y="1960563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26"/>
            <p:cNvSpPr/>
            <p:nvPr/>
          </p:nvSpPr>
          <p:spPr>
            <a:xfrm>
              <a:off x="5738553" y="2014538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26"/>
            <p:cNvSpPr/>
            <p:nvPr/>
          </p:nvSpPr>
          <p:spPr>
            <a:xfrm>
              <a:off x="6714865" y="950913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6"/>
            <p:cNvSpPr/>
            <p:nvPr/>
          </p:nvSpPr>
          <p:spPr>
            <a:xfrm>
              <a:off x="6662478" y="1004888"/>
              <a:ext cx="34925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26"/>
            <p:cNvSpPr/>
            <p:nvPr/>
          </p:nvSpPr>
          <p:spPr>
            <a:xfrm>
              <a:off x="6610090" y="1058863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26"/>
            <p:cNvSpPr/>
            <p:nvPr/>
          </p:nvSpPr>
          <p:spPr>
            <a:xfrm>
              <a:off x="6556115" y="1112838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6"/>
            <p:cNvSpPr/>
            <p:nvPr/>
          </p:nvSpPr>
          <p:spPr>
            <a:xfrm>
              <a:off x="6500553" y="116522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26"/>
            <p:cNvSpPr/>
            <p:nvPr/>
          </p:nvSpPr>
          <p:spPr>
            <a:xfrm>
              <a:off x="6446578" y="1219200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26"/>
            <p:cNvSpPr/>
            <p:nvPr/>
          </p:nvSpPr>
          <p:spPr>
            <a:xfrm>
              <a:off x="6392603" y="127317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26"/>
            <p:cNvSpPr/>
            <p:nvPr/>
          </p:nvSpPr>
          <p:spPr>
            <a:xfrm>
              <a:off x="6340215" y="1327150"/>
              <a:ext cx="34925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26"/>
            <p:cNvSpPr/>
            <p:nvPr/>
          </p:nvSpPr>
          <p:spPr>
            <a:xfrm>
              <a:off x="6286240" y="1379538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26"/>
            <p:cNvSpPr/>
            <p:nvPr/>
          </p:nvSpPr>
          <p:spPr>
            <a:xfrm>
              <a:off x="6233853" y="14351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26"/>
            <p:cNvSpPr/>
            <p:nvPr/>
          </p:nvSpPr>
          <p:spPr>
            <a:xfrm>
              <a:off x="6178290" y="1487488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26"/>
            <p:cNvSpPr/>
            <p:nvPr/>
          </p:nvSpPr>
          <p:spPr>
            <a:xfrm>
              <a:off x="6124315" y="1541463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26"/>
            <p:cNvSpPr/>
            <p:nvPr/>
          </p:nvSpPr>
          <p:spPr>
            <a:xfrm>
              <a:off x="6070340" y="1595438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26"/>
            <p:cNvSpPr/>
            <p:nvPr/>
          </p:nvSpPr>
          <p:spPr>
            <a:xfrm>
              <a:off x="6016365" y="1649413"/>
              <a:ext cx="36513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26"/>
            <p:cNvSpPr/>
            <p:nvPr/>
          </p:nvSpPr>
          <p:spPr>
            <a:xfrm>
              <a:off x="5963978" y="1701800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26"/>
            <p:cNvSpPr/>
            <p:nvPr/>
          </p:nvSpPr>
          <p:spPr>
            <a:xfrm>
              <a:off x="5910003" y="17557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26"/>
            <p:cNvSpPr/>
            <p:nvPr/>
          </p:nvSpPr>
          <p:spPr>
            <a:xfrm>
              <a:off x="5856028" y="1809750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26"/>
            <p:cNvSpPr/>
            <p:nvPr/>
          </p:nvSpPr>
          <p:spPr>
            <a:xfrm>
              <a:off x="5802053" y="186372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26"/>
            <p:cNvSpPr/>
            <p:nvPr/>
          </p:nvSpPr>
          <p:spPr>
            <a:xfrm>
              <a:off x="5748078" y="1917700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26"/>
            <p:cNvSpPr/>
            <p:nvPr/>
          </p:nvSpPr>
          <p:spPr>
            <a:xfrm>
              <a:off x="5695690" y="1973263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26"/>
            <p:cNvSpPr/>
            <p:nvPr/>
          </p:nvSpPr>
          <p:spPr>
            <a:xfrm>
              <a:off x="6672003" y="906463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26"/>
            <p:cNvSpPr/>
            <p:nvPr/>
          </p:nvSpPr>
          <p:spPr>
            <a:xfrm>
              <a:off x="6618028" y="960438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6"/>
            <p:cNvSpPr/>
            <p:nvPr/>
          </p:nvSpPr>
          <p:spPr>
            <a:xfrm>
              <a:off x="6565640" y="1016000"/>
              <a:ext cx="33338" cy="3333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6"/>
            <p:cNvSpPr/>
            <p:nvPr/>
          </p:nvSpPr>
          <p:spPr>
            <a:xfrm>
              <a:off x="6511665" y="1069975"/>
              <a:ext cx="33338" cy="317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6"/>
            <p:cNvSpPr/>
            <p:nvPr/>
          </p:nvSpPr>
          <p:spPr>
            <a:xfrm>
              <a:off x="6456103" y="11207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26"/>
            <p:cNvSpPr/>
            <p:nvPr/>
          </p:nvSpPr>
          <p:spPr>
            <a:xfrm>
              <a:off x="6403715" y="1174750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26"/>
            <p:cNvSpPr/>
            <p:nvPr/>
          </p:nvSpPr>
          <p:spPr>
            <a:xfrm>
              <a:off x="6349740" y="1228725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6"/>
            <p:cNvSpPr/>
            <p:nvPr/>
          </p:nvSpPr>
          <p:spPr>
            <a:xfrm>
              <a:off x="6295765" y="1282700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26"/>
            <p:cNvSpPr/>
            <p:nvPr/>
          </p:nvSpPr>
          <p:spPr>
            <a:xfrm>
              <a:off x="6241790" y="1336675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02" name="Google Shape;2402;p26"/>
            <p:cNvGrpSpPr/>
            <p:nvPr/>
          </p:nvGrpSpPr>
          <p:grpSpPr>
            <a:xfrm>
              <a:off x="5255952" y="468313"/>
              <a:ext cx="1408113" cy="1493838"/>
              <a:chOff x="3702" y="295"/>
              <a:chExt cx="887" cy="941"/>
            </a:xfrm>
          </p:grpSpPr>
          <p:sp>
            <p:nvSpPr>
              <p:cNvPr id="2403" name="Google Shape;2403;p26"/>
              <p:cNvSpPr/>
              <p:nvPr/>
            </p:nvSpPr>
            <p:spPr>
              <a:xfrm>
                <a:off x="4289" y="876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4" name="Google Shape;2404;p26"/>
              <p:cNvSpPr/>
              <p:nvPr/>
            </p:nvSpPr>
            <p:spPr>
              <a:xfrm>
                <a:off x="4255" y="910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5" name="Google Shape;2405;p26"/>
              <p:cNvSpPr/>
              <p:nvPr/>
            </p:nvSpPr>
            <p:spPr>
              <a:xfrm>
                <a:off x="4222" y="943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6" name="Google Shape;2406;p26"/>
              <p:cNvSpPr/>
              <p:nvPr/>
            </p:nvSpPr>
            <p:spPr>
              <a:xfrm>
                <a:off x="4188" y="97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7" name="Google Shape;2407;p26"/>
              <p:cNvSpPr/>
              <p:nvPr/>
            </p:nvSpPr>
            <p:spPr>
              <a:xfrm>
                <a:off x="4154" y="101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p26"/>
              <p:cNvSpPr/>
              <p:nvPr/>
            </p:nvSpPr>
            <p:spPr>
              <a:xfrm>
                <a:off x="4120" y="1045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9" name="Google Shape;2409;p26"/>
              <p:cNvSpPr/>
              <p:nvPr/>
            </p:nvSpPr>
            <p:spPr>
              <a:xfrm>
                <a:off x="4086" y="1079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0" name="Google Shape;2410;p26"/>
              <p:cNvSpPr/>
              <p:nvPr/>
            </p:nvSpPr>
            <p:spPr>
              <a:xfrm>
                <a:off x="4052" y="1113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p26"/>
              <p:cNvSpPr/>
              <p:nvPr/>
            </p:nvSpPr>
            <p:spPr>
              <a:xfrm>
                <a:off x="4019" y="1146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26"/>
              <p:cNvSpPr/>
              <p:nvPr/>
            </p:nvSpPr>
            <p:spPr>
              <a:xfrm>
                <a:off x="3985" y="118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p26"/>
              <p:cNvSpPr/>
              <p:nvPr/>
            </p:nvSpPr>
            <p:spPr>
              <a:xfrm>
                <a:off x="3952" y="1215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4" name="Google Shape;2414;p26"/>
              <p:cNvSpPr/>
              <p:nvPr/>
            </p:nvSpPr>
            <p:spPr>
              <a:xfrm>
                <a:off x="4566" y="544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5" name="Google Shape;2415;p26"/>
              <p:cNvSpPr/>
              <p:nvPr/>
            </p:nvSpPr>
            <p:spPr>
              <a:xfrm>
                <a:off x="4532" y="57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26"/>
              <p:cNvSpPr/>
              <p:nvPr/>
            </p:nvSpPr>
            <p:spPr>
              <a:xfrm>
                <a:off x="4498" y="61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7" name="Google Shape;2417;p26"/>
              <p:cNvSpPr/>
              <p:nvPr/>
            </p:nvSpPr>
            <p:spPr>
              <a:xfrm>
                <a:off x="4465" y="645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8" name="Google Shape;2418;p26"/>
              <p:cNvSpPr/>
              <p:nvPr/>
            </p:nvSpPr>
            <p:spPr>
              <a:xfrm>
                <a:off x="4431" y="679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p26"/>
              <p:cNvSpPr/>
              <p:nvPr/>
            </p:nvSpPr>
            <p:spPr>
              <a:xfrm>
                <a:off x="4398" y="714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p26"/>
              <p:cNvSpPr/>
              <p:nvPr/>
            </p:nvSpPr>
            <p:spPr>
              <a:xfrm>
                <a:off x="4363" y="747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26"/>
              <p:cNvSpPr/>
              <p:nvPr/>
            </p:nvSpPr>
            <p:spPr>
              <a:xfrm>
                <a:off x="4329" y="78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p26"/>
              <p:cNvSpPr/>
              <p:nvPr/>
            </p:nvSpPr>
            <p:spPr>
              <a:xfrm>
                <a:off x="4295" y="81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p26"/>
              <p:cNvSpPr/>
              <p:nvPr/>
            </p:nvSpPr>
            <p:spPr>
              <a:xfrm>
                <a:off x="4262" y="848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p26"/>
              <p:cNvSpPr/>
              <p:nvPr/>
            </p:nvSpPr>
            <p:spPr>
              <a:xfrm>
                <a:off x="4228" y="882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26"/>
              <p:cNvSpPr/>
              <p:nvPr/>
            </p:nvSpPr>
            <p:spPr>
              <a:xfrm>
                <a:off x="4195" y="917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6" name="Google Shape;2426;p26"/>
              <p:cNvSpPr/>
              <p:nvPr/>
            </p:nvSpPr>
            <p:spPr>
              <a:xfrm>
                <a:off x="4161" y="951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7" name="Google Shape;2427;p26"/>
              <p:cNvSpPr/>
              <p:nvPr/>
            </p:nvSpPr>
            <p:spPr>
              <a:xfrm>
                <a:off x="4126" y="98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8" name="Google Shape;2428;p26"/>
              <p:cNvSpPr/>
              <p:nvPr/>
            </p:nvSpPr>
            <p:spPr>
              <a:xfrm>
                <a:off x="4092" y="101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9" name="Google Shape;2429;p26"/>
              <p:cNvSpPr/>
              <p:nvPr/>
            </p:nvSpPr>
            <p:spPr>
              <a:xfrm>
                <a:off x="4059" y="1051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p26"/>
              <p:cNvSpPr/>
              <p:nvPr/>
            </p:nvSpPr>
            <p:spPr>
              <a:xfrm>
                <a:off x="4025" y="1085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1" name="Google Shape;2431;p26"/>
              <p:cNvSpPr/>
              <p:nvPr/>
            </p:nvSpPr>
            <p:spPr>
              <a:xfrm>
                <a:off x="3991" y="1119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2" name="Google Shape;2432;p26"/>
              <p:cNvSpPr/>
              <p:nvPr/>
            </p:nvSpPr>
            <p:spPr>
              <a:xfrm>
                <a:off x="3957" y="1153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3" name="Google Shape;2433;p26"/>
              <p:cNvSpPr/>
              <p:nvPr/>
            </p:nvSpPr>
            <p:spPr>
              <a:xfrm>
                <a:off x="3923" y="118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4" name="Google Shape;2434;p26"/>
              <p:cNvSpPr/>
              <p:nvPr/>
            </p:nvSpPr>
            <p:spPr>
              <a:xfrm>
                <a:off x="4539" y="516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p26"/>
              <p:cNvSpPr/>
              <p:nvPr/>
            </p:nvSpPr>
            <p:spPr>
              <a:xfrm>
                <a:off x="4505" y="550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p26"/>
              <p:cNvSpPr/>
              <p:nvPr/>
            </p:nvSpPr>
            <p:spPr>
              <a:xfrm>
                <a:off x="4471" y="584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p26"/>
              <p:cNvSpPr/>
              <p:nvPr/>
            </p:nvSpPr>
            <p:spPr>
              <a:xfrm>
                <a:off x="4437" y="61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p26"/>
              <p:cNvSpPr/>
              <p:nvPr/>
            </p:nvSpPr>
            <p:spPr>
              <a:xfrm>
                <a:off x="4403" y="65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p26"/>
              <p:cNvSpPr/>
              <p:nvPr/>
            </p:nvSpPr>
            <p:spPr>
              <a:xfrm>
                <a:off x="4370" y="68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p26"/>
              <p:cNvSpPr/>
              <p:nvPr/>
            </p:nvSpPr>
            <p:spPr>
              <a:xfrm>
                <a:off x="4337" y="720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p26"/>
              <p:cNvSpPr/>
              <p:nvPr/>
            </p:nvSpPr>
            <p:spPr>
              <a:xfrm>
                <a:off x="4302" y="753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p26"/>
              <p:cNvSpPr/>
              <p:nvPr/>
            </p:nvSpPr>
            <p:spPr>
              <a:xfrm>
                <a:off x="4268" y="787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p26"/>
              <p:cNvSpPr/>
              <p:nvPr/>
            </p:nvSpPr>
            <p:spPr>
              <a:xfrm>
                <a:off x="4234" y="82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4" name="Google Shape;2444;p26"/>
              <p:cNvSpPr/>
              <p:nvPr/>
            </p:nvSpPr>
            <p:spPr>
              <a:xfrm>
                <a:off x="4200" y="85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5" name="Google Shape;2445;p26"/>
              <p:cNvSpPr/>
              <p:nvPr/>
            </p:nvSpPr>
            <p:spPr>
              <a:xfrm>
                <a:off x="4166" y="888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p26"/>
              <p:cNvSpPr/>
              <p:nvPr/>
            </p:nvSpPr>
            <p:spPr>
              <a:xfrm>
                <a:off x="4133" y="922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p26"/>
              <p:cNvSpPr/>
              <p:nvPr/>
            </p:nvSpPr>
            <p:spPr>
              <a:xfrm>
                <a:off x="4099" y="956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8" name="Google Shape;2448;p26"/>
              <p:cNvSpPr/>
              <p:nvPr/>
            </p:nvSpPr>
            <p:spPr>
              <a:xfrm>
                <a:off x="4065" y="990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9" name="Google Shape;2449;p26"/>
              <p:cNvSpPr/>
              <p:nvPr/>
            </p:nvSpPr>
            <p:spPr>
              <a:xfrm>
                <a:off x="4031" y="1023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0" name="Google Shape;2450;p26"/>
              <p:cNvSpPr/>
              <p:nvPr/>
            </p:nvSpPr>
            <p:spPr>
              <a:xfrm>
                <a:off x="3997" y="105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1" name="Google Shape;2451;p26"/>
              <p:cNvSpPr/>
              <p:nvPr/>
            </p:nvSpPr>
            <p:spPr>
              <a:xfrm>
                <a:off x="3963" y="109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2" name="Google Shape;2452;p26"/>
              <p:cNvSpPr/>
              <p:nvPr/>
            </p:nvSpPr>
            <p:spPr>
              <a:xfrm>
                <a:off x="3929" y="112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3" name="Google Shape;2453;p26"/>
              <p:cNvSpPr/>
              <p:nvPr/>
            </p:nvSpPr>
            <p:spPr>
              <a:xfrm>
                <a:off x="3896" y="1159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4" name="Google Shape;2454;p26"/>
              <p:cNvSpPr/>
              <p:nvPr/>
            </p:nvSpPr>
            <p:spPr>
              <a:xfrm>
                <a:off x="4511" y="488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5" name="Google Shape;2455;p26"/>
              <p:cNvSpPr/>
              <p:nvPr/>
            </p:nvSpPr>
            <p:spPr>
              <a:xfrm>
                <a:off x="4477" y="522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6" name="Google Shape;2456;p26"/>
              <p:cNvSpPr/>
              <p:nvPr/>
            </p:nvSpPr>
            <p:spPr>
              <a:xfrm>
                <a:off x="4443" y="556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7" name="Google Shape;2457;p26"/>
              <p:cNvSpPr/>
              <p:nvPr/>
            </p:nvSpPr>
            <p:spPr>
              <a:xfrm>
                <a:off x="4409" y="590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p26"/>
              <p:cNvSpPr/>
              <p:nvPr/>
            </p:nvSpPr>
            <p:spPr>
              <a:xfrm>
                <a:off x="4376" y="624"/>
                <a:ext cx="22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26"/>
              <p:cNvSpPr/>
              <p:nvPr/>
            </p:nvSpPr>
            <p:spPr>
              <a:xfrm>
                <a:off x="4342" y="65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26"/>
              <p:cNvSpPr/>
              <p:nvPr/>
            </p:nvSpPr>
            <p:spPr>
              <a:xfrm>
                <a:off x="4308" y="69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p26"/>
              <p:cNvSpPr/>
              <p:nvPr/>
            </p:nvSpPr>
            <p:spPr>
              <a:xfrm>
                <a:off x="4274" y="725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26"/>
              <p:cNvSpPr/>
              <p:nvPr/>
            </p:nvSpPr>
            <p:spPr>
              <a:xfrm>
                <a:off x="4240" y="759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p26"/>
              <p:cNvSpPr/>
              <p:nvPr/>
            </p:nvSpPr>
            <p:spPr>
              <a:xfrm>
                <a:off x="4206" y="793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p26"/>
              <p:cNvSpPr/>
              <p:nvPr/>
            </p:nvSpPr>
            <p:spPr>
              <a:xfrm>
                <a:off x="4173" y="827"/>
                <a:ext cx="22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p26"/>
              <p:cNvSpPr/>
              <p:nvPr/>
            </p:nvSpPr>
            <p:spPr>
              <a:xfrm>
                <a:off x="4139" y="861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p26"/>
              <p:cNvSpPr/>
              <p:nvPr/>
            </p:nvSpPr>
            <p:spPr>
              <a:xfrm>
                <a:off x="4105" y="89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7" name="Google Shape;2467;p26"/>
              <p:cNvSpPr/>
              <p:nvPr/>
            </p:nvSpPr>
            <p:spPr>
              <a:xfrm>
                <a:off x="4072" y="92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8" name="Google Shape;2468;p26"/>
              <p:cNvSpPr/>
              <p:nvPr/>
            </p:nvSpPr>
            <p:spPr>
              <a:xfrm>
                <a:off x="4038" y="96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9" name="Google Shape;2469;p26"/>
              <p:cNvSpPr/>
              <p:nvPr/>
            </p:nvSpPr>
            <p:spPr>
              <a:xfrm>
                <a:off x="4003" y="996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0" name="Google Shape;2470;p26"/>
              <p:cNvSpPr/>
              <p:nvPr/>
            </p:nvSpPr>
            <p:spPr>
              <a:xfrm>
                <a:off x="3970" y="1030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1" name="Google Shape;2471;p26"/>
              <p:cNvSpPr/>
              <p:nvPr/>
            </p:nvSpPr>
            <p:spPr>
              <a:xfrm>
                <a:off x="3936" y="1064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p26"/>
              <p:cNvSpPr/>
              <p:nvPr/>
            </p:nvSpPr>
            <p:spPr>
              <a:xfrm>
                <a:off x="3902" y="109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p26"/>
              <p:cNvSpPr/>
              <p:nvPr/>
            </p:nvSpPr>
            <p:spPr>
              <a:xfrm>
                <a:off x="3868" y="113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p26"/>
              <p:cNvSpPr/>
              <p:nvPr/>
            </p:nvSpPr>
            <p:spPr>
              <a:xfrm>
                <a:off x="4483" y="461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5" name="Google Shape;2475;p26"/>
              <p:cNvSpPr/>
              <p:nvPr/>
            </p:nvSpPr>
            <p:spPr>
              <a:xfrm>
                <a:off x="4450" y="495"/>
                <a:ext cx="22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p26"/>
              <p:cNvSpPr/>
              <p:nvPr/>
            </p:nvSpPr>
            <p:spPr>
              <a:xfrm>
                <a:off x="4416" y="528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7" name="Google Shape;2477;p26"/>
              <p:cNvSpPr/>
              <p:nvPr/>
            </p:nvSpPr>
            <p:spPr>
              <a:xfrm>
                <a:off x="4382" y="56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8" name="Google Shape;2478;p26"/>
              <p:cNvSpPr/>
              <p:nvPr/>
            </p:nvSpPr>
            <p:spPr>
              <a:xfrm>
                <a:off x="4348" y="596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9" name="Google Shape;2479;p26"/>
              <p:cNvSpPr/>
              <p:nvPr/>
            </p:nvSpPr>
            <p:spPr>
              <a:xfrm>
                <a:off x="4314" y="63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0" name="Google Shape;2480;p26"/>
              <p:cNvSpPr/>
              <p:nvPr/>
            </p:nvSpPr>
            <p:spPr>
              <a:xfrm>
                <a:off x="4280" y="66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1" name="Google Shape;2481;p26"/>
              <p:cNvSpPr/>
              <p:nvPr/>
            </p:nvSpPr>
            <p:spPr>
              <a:xfrm>
                <a:off x="4246" y="698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2" name="Google Shape;2482;p26"/>
              <p:cNvSpPr/>
              <p:nvPr/>
            </p:nvSpPr>
            <p:spPr>
              <a:xfrm>
                <a:off x="4214" y="73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3" name="Google Shape;2483;p26"/>
              <p:cNvSpPr/>
              <p:nvPr/>
            </p:nvSpPr>
            <p:spPr>
              <a:xfrm>
                <a:off x="4179" y="76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4" name="Google Shape;2484;p26"/>
              <p:cNvSpPr/>
              <p:nvPr/>
            </p:nvSpPr>
            <p:spPr>
              <a:xfrm>
                <a:off x="4145" y="799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5" name="Google Shape;2485;p26"/>
              <p:cNvSpPr/>
              <p:nvPr/>
            </p:nvSpPr>
            <p:spPr>
              <a:xfrm>
                <a:off x="4111" y="83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6" name="Google Shape;2486;p26"/>
              <p:cNvSpPr/>
              <p:nvPr/>
            </p:nvSpPr>
            <p:spPr>
              <a:xfrm>
                <a:off x="4077" y="86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7" name="Google Shape;2487;p26"/>
              <p:cNvSpPr/>
              <p:nvPr/>
            </p:nvSpPr>
            <p:spPr>
              <a:xfrm>
                <a:off x="4043" y="901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p26"/>
              <p:cNvSpPr/>
              <p:nvPr/>
            </p:nvSpPr>
            <p:spPr>
              <a:xfrm>
                <a:off x="4011" y="93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9" name="Google Shape;2489;p26"/>
              <p:cNvSpPr/>
              <p:nvPr/>
            </p:nvSpPr>
            <p:spPr>
              <a:xfrm>
                <a:off x="3976" y="96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0" name="Google Shape;2490;p26"/>
              <p:cNvSpPr/>
              <p:nvPr/>
            </p:nvSpPr>
            <p:spPr>
              <a:xfrm>
                <a:off x="3942" y="100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1" name="Google Shape;2491;p26"/>
              <p:cNvSpPr/>
              <p:nvPr/>
            </p:nvSpPr>
            <p:spPr>
              <a:xfrm>
                <a:off x="3908" y="103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2" name="Google Shape;2492;p26"/>
              <p:cNvSpPr/>
              <p:nvPr/>
            </p:nvSpPr>
            <p:spPr>
              <a:xfrm>
                <a:off x="3874" y="107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3" name="Google Shape;2493;p26"/>
              <p:cNvSpPr/>
              <p:nvPr/>
            </p:nvSpPr>
            <p:spPr>
              <a:xfrm>
                <a:off x="3840" y="1104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4" name="Google Shape;2494;p26"/>
              <p:cNvSpPr/>
              <p:nvPr/>
            </p:nvSpPr>
            <p:spPr>
              <a:xfrm>
                <a:off x="4457" y="43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5" name="Google Shape;2495;p26"/>
              <p:cNvSpPr/>
              <p:nvPr/>
            </p:nvSpPr>
            <p:spPr>
              <a:xfrm>
                <a:off x="4423" y="46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6" name="Google Shape;2496;p26"/>
              <p:cNvSpPr/>
              <p:nvPr/>
            </p:nvSpPr>
            <p:spPr>
              <a:xfrm>
                <a:off x="4388" y="50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7" name="Google Shape;2497;p26"/>
              <p:cNvSpPr/>
              <p:nvPr/>
            </p:nvSpPr>
            <p:spPr>
              <a:xfrm>
                <a:off x="4354" y="535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26"/>
              <p:cNvSpPr/>
              <p:nvPr/>
            </p:nvSpPr>
            <p:spPr>
              <a:xfrm>
                <a:off x="4320" y="568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9" name="Google Shape;2499;p26"/>
              <p:cNvSpPr/>
              <p:nvPr/>
            </p:nvSpPr>
            <p:spPr>
              <a:xfrm>
                <a:off x="4287" y="602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0" name="Google Shape;2500;p26"/>
              <p:cNvSpPr/>
              <p:nvPr/>
            </p:nvSpPr>
            <p:spPr>
              <a:xfrm>
                <a:off x="4253" y="636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1" name="Google Shape;2501;p26"/>
              <p:cNvSpPr/>
              <p:nvPr/>
            </p:nvSpPr>
            <p:spPr>
              <a:xfrm>
                <a:off x="4219" y="67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26"/>
              <p:cNvSpPr/>
              <p:nvPr/>
            </p:nvSpPr>
            <p:spPr>
              <a:xfrm>
                <a:off x="4185" y="70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3" name="Google Shape;2503;p26"/>
              <p:cNvSpPr/>
              <p:nvPr/>
            </p:nvSpPr>
            <p:spPr>
              <a:xfrm>
                <a:off x="4151" y="738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4" name="Google Shape;2504;p26"/>
              <p:cNvSpPr/>
              <p:nvPr/>
            </p:nvSpPr>
            <p:spPr>
              <a:xfrm>
                <a:off x="4117" y="771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p26"/>
              <p:cNvSpPr/>
              <p:nvPr/>
            </p:nvSpPr>
            <p:spPr>
              <a:xfrm>
                <a:off x="4084" y="805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6" name="Google Shape;2506;p26"/>
              <p:cNvSpPr/>
              <p:nvPr/>
            </p:nvSpPr>
            <p:spPr>
              <a:xfrm>
                <a:off x="4050" y="839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26"/>
              <p:cNvSpPr/>
              <p:nvPr/>
            </p:nvSpPr>
            <p:spPr>
              <a:xfrm>
                <a:off x="4016" y="87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p26"/>
              <p:cNvSpPr/>
              <p:nvPr/>
            </p:nvSpPr>
            <p:spPr>
              <a:xfrm>
                <a:off x="3982" y="90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9" name="Google Shape;2509;p26"/>
              <p:cNvSpPr/>
              <p:nvPr/>
            </p:nvSpPr>
            <p:spPr>
              <a:xfrm>
                <a:off x="3948" y="941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0" name="Google Shape;2510;p26"/>
              <p:cNvSpPr/>
              <p:nvPr/>
            </p:nvSpPr>
            <p:spPr>
              <a:xfrm>
                <a:off x="3915" y="976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26"/>
              <p:cNvSpPr/>
              <p:nvPr/>
            </p:nvSpPr>
            <p:spPr>
              <a:xfrm>
                <a:off x="3882" y="100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p26"/>
              <p:cNvSpPr/>
              <p:nvPr/>
            </p:nvSpPr>
            <p:spPr>
              <a:xfrm>
                <a:off x="3847" y="1042"/>
                <a:ext cx="22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p26"/>
              <p:cNvSpPr/>
              <p:nvPr/>
            </p:nvSpPr>
            <p:spPr>
              <a:xfrm>
                <a:off x="3813" y="107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p26"/>
              <p:cNvSpPr/>
              <p:nvPr/>
            </p:nvSpPr>
            <p:spPr>
              <a:xfrm>
                <a:off x="4429" y="40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p26"/>
              <p:cNvSpPr/>
              <p:nvPr/>
            </p:nvSpPr>
            <p:spPr>
              <a:xfrm>
                <a:off x="4394" y="439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26"/>
              <p:cNvSpPr/>
              <p:nvPr/>
            </p:nvSpPr>
            <p:spPr>
              <a:xfrm>
                <a:off x="4360" y="47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p26"/>
              <p:cNvSpPr/>
              <p:nvPr/>
            </p:nvSpPr>
            <p:spPr>
              <a:xfrm>
                <a:off x="4327" y="507"/>
                <a:ext cx="22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26"/>
              <p:cNvSpPr/>
              <p:nvPr/>
            </p:nvSpPr>
            <p:spPr>
              <a:xfrm>
                <a:off x="4293" y="541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9" name="Google Shape;2519;p26"/>
              <p:cNvSpPr/>
              <p:nvPr/>
            </p:nvSpPr>
            <p:spPr>
              <a:xfrm>
                <a:off x="4259" y="575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0" name="Google Shape;2520;p26"/>
              <p:cNvSpPr/>
              <p:nvPr/>
            </p:nvSpPr>
            <p:spPr>
              <a:xfrm>
                <a:off x="4225" y="609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26"/>
              <p:cNvSpPr/>
              <p:nvPr/>
            </p:nvSpPr>
            <p:spPr>
              <a:xfrm>
                <a:off x="4191" y="64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p26"/>
              <p:cNvSpPr/>
              <p:nvPr/>
            </p:nvSpPr>
            <p:spPr>
              <a:xfrm>
                <a:off x="4157" y="67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26"/>
              <p:cNvSpPr/>
              <p:nvPr/>
            </p:nvSpPr>
            <p:spPr>
              <a:xfrm>
                <a:off x="4124" y="710"/>
                <a:ext cx="22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26"/>
              <p:cNvSpPr/>
              <p:nvPr/>
            </p:nvSpPr>
            <p:spPr>
              <a:xfrm>
                <a:off x="4090" y="74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26"/>
              <p:cNvSpPr/>
              <p:nvPr/>
            </p:nvSpPr>
            <p:spPr>
              <a:xfrm>
                <a:off x="4056" y="778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p26"/>
              <p:cNvSpPr/>
              <p:nvPr/>
            </p:nvSpPr>
            <p:spPr>
              <a:xfrm>
                <a:off x="4022" y="812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26"/>
              <p:cNvSpPr/>
              <p:nvPr/>
            </p:nvSpPr>
            <p:spPr>
              <a:xfrm>
                <a:off x="3988" y="84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26"/>
              <p:cNvSpPr/>
              <p:nvPr/>
            </p:nvSpPr>
            <p:spPr>
              <a:xfrm>
                <a:off x="3954" y="879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p26"/>
              <p:cNvSpPr/>
              <p:nvPr/>
            </p:nvSpPr>
            <p:spPr>
              <a:xfrm>
                <a:off x="3921" y="913"/>
                <a:ext cx="22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26"/>
              <p:cNvSpPr/>
              <p:nvPr/>
            </p:nvSpPr>
            <p:spPr>
              <a:xfrm>
                <a:off x="3888" y="948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p26"/>
              <p:cNvSpPr/>
              <p:nvPr/>
            </p:nvSpPr>
            <p:spPr>
              <a:xfrm>
                <a:off x="3854" y="982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26"/>
              <p:cNvSpPr/>
              <p:nvPr/>
            </p:nvSpPr>
            <p:spPr>
              <a:xfrm>
                <a:off x="3819" y="1015"/>
                <a:ext cx="23" cy="22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p26"/>
              <p:cNvSpPr/>
              <p:nvPr/>
            </p:nvSpPr>
            <p:spPr>
              <a:xfrm>
                <a:off x="3785" y="104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26"/>
              <p:cNvSpPr/>
              <p:nvPr/>
            </p:nvSpPr>
            <p:spPr>
              <a:xfrm>
                <a:off x="4401" y="378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p26"/>
              <p:cNvSpPr/>
              <p:nvPr/>
            </p:nvSpPr>
            <p:spPr>
              <a:xfrm>
                <a:off x="4367" y="412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26"/>
              <p:cNvSpPr/>
              <p:nvPr/>
            </p:nvSpPr>
            <p:spPr>
              <a:xfrm>
                <a:off x="4334" y="447"/>
                <a:ext cx="21" cy="2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26"/>
              <p:cNvSpPr/>
              <p:nvPr/>
            </p:nvSpPr>
            <p:spPr>
              <a:xfrm>
                <a:off x="4300" y="48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26"/>
              <p:cNvSpPr/>
              <p:nvPr/>
            </p:nvSpPr>
            <p:spPr>
              <a:xfrm>
                <a:off x="4265" y="51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26"/>
              <p:cNvSpPr/>
              <p:nvPr/>
            </p:nvSpPr>
            <p:spPr>
              <a:xfrm>
                <a:off x="4231" y="54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26"/>
              <p:cNvSpPr/>
              <p:nvPr/>
            </p:nvSpPr>
            <p:spPr>
              <a:xfrm>
                <a:off x="4198" y="581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p26"/>
              <p:cNvSpPr/>
              <p:nvPr/>
            </p:nvSpPr>
            <p:spPr>
              <a:xfrm>
                <a:off x="4164" y="615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26"/>
              <p:cNvSpPr/>
              <p:nvPr/>
            </p:nvSpPr>
            <p:spPr>
              <a:xfrm>
                <a:off x="4130" y="649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p26"/>
              <p:cNvSpPr/>
              <p:nvPr/>
            </p:nvSpPr>
            <p:spPr>
              <a:xfrm>
                <a:off x="4097" y="68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26"/>
              <p:cNvSpPr/>
              <p:nvPr/>
            </p:nvSpPr>
            <p:spPr>
              <a:xfrm>
                <a:off x="4062" y="71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p26"/>
              <p:cNvSpPr/>
              <p:nvPr/>
            </p:nvSpPr>
            <p:spPr>
              <a:xfrm>
                <a:off x="4028" y="75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26"/>
              <p:cNvSpPr/>
              <p:nvPr/>
            </p:nvSpPr>
            <p:spPr>
              <a:xfrm>
                <a:off x="3994" y="78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26"/>
              <p:cNvSpPr/>
              <p:nvPr/>
            </p:nvSpPr>
            <p:spPr>
              <a:xfrm>
                <a:off x="3961" y="818"/>
                <a:ext cx="22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p26"/>
              <p:cNvSpPr/>
              <p:nvPr/>
            </p:nvSpPr>
            <p:spPr>
              <a:xfrm>
                <a:off x="3927" y="852"/>
                <a:ext cx="23" cy="22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26"/>
              <p:cNvSpPr/>
              <p:nvPr/>
            </p:nvSpPr>
            <p:spPr>
              <a:xfrm>
                <a:off x="3893" y="885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p26"/>
              <p:cNvSpPr/>
              <p:nvPr/>
            </p:nvSpPr>
            <p:spPr>
              <a:xfrm>
                <a:off x="3859" y="919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p26"/>
              <p:cNvSpPr/>
              <p:nvPr/>
            </p:nvSpPr>
            <p:spPr>
              <a:xfrm>
                <a:off x="3825" y="95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26"/>
              <p:cNvSpPr/>
              <p:nvPr/>
            </p:nvSpPr>
            <p:spPr>
              <a:xfrm>
                <a:off x="3791" y="98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26"/>
              <p:cNvSpPr/>
              <p:nvPr/>
            </p:nvSpPr>
            <p:spPr>
              <a:xfrm>
                <a:off x="3759" y="1022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p26"/>
              <p:cNvSpPr/>
              <p:nvPr/>
            </p:nvSpPr>
            <p:spPr>
              <a:xfrm>
                <a:off x="4373" y="35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5" name="Google Shape;2555;p26"/>
              <p:cNvSpPr/>
              <p:nvPr/>
            </p:nvSpPr>
            <p:spPr>
              <a:xfrm>
                <a:off x="4339" y="38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6" name="Google Shape;2556;p26"/>
              <p:cNvSpPr/>
              <p:nvPr/>
            </p:nvSpPr>
            <p:spPr>
              <a:xfrm>
                <a:off x="4306" y="419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7" name="Google Shape;2557;p26"/>
              <p:cNvSpPr/>
              <p:nvPr/>
            </p:nvSpPr>
            <p:spPr>
              <a:xfrm>
                <a:off x="4272" y="45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p26"/>
              <p:cNvSpPr/>
              <p:nvPr/>
            </p:nvSpPr>
            <p:spPr>
              <a:xfrm>
                <a:off x="4238" y="486"/>
                <a:ext cx="22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26"/>
              <p:cNvSpPr/>
              <p:nvPr/>
            </p:nvSpPr>
            <p:spPr>
              <a:xfrm>
                <a:off x="4204" y="519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0" name="Google Shape;2560;p26"/>
              <p:cNvSpPr/>
              <p:nvPr/>
            </p:nvSpPr>
            <p:spPr>
              <a:xfrm>
                <a:off x="4170" y="553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p26"/>
              <p:cNvSpPr/>
              <p:nvPr/>
            </p:nvSpPr>
            <p:spPr>
              <a:xfrm>
                <a:off x="4136" y="587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2" name="Google Shape;2562;p26"/>
              <p:cNvSpPr/>
              <p:nvPr/>
            </p:nvSpPr>
            <p:spPr>
              <a:xfrm>
                <a:off x="4102" y="621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26"/>
              <p:cNvSpPr/>
              <p:nvPr/>
            </p:nvSpPr>
            <p:spPr>
              <a:xfrm>
                <a:off x="4068" y="65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p26"/>
              <p:cNvSpPr/>
              <p:nvPr/>
            </p:nvSpPr>
            <p:spPr>
              <a:xfrm>
                <a:off x="4035" y="689"/>
                <a:ext cx="22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5" name="Google Shape;2565;p26"/>
              <p:cNvSpPr/>
              <p:nvPr/>
            </p:nvSpPr>
            <p:spPr>
              <a:xfrm>
                <a:off x="4001" y="722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6" name="Google Shape;2566;p26"/>
              <p:cNvSpPr/>
              <p:nvPr/>
            </p:nvSpPr>
            <p:spPr>
              <a:xfrm>
                <a:off x="3967" y="756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p26"/>
              <p:cNvSpPr/>
              <p:nvPr/>
            </p:nvSpPr>
            <p:spPr>
              <a:xfrm>
                <a:off x="3933" y="79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26"/>
              <p:cNvSpPr/>
              <p:nvPr/>
            </p:nvSpPr>
            <p:spPr>
              <a:xfrm>
                <a:off x="3899" y="824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p26"/>
              <p:cNvSpPr/>
              <p:nvPr/>
            </p:nvSpPr>
            <p:spPr>
              <a:xfrm>
                <a:off x="3865" y="85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0" name="Google Shape;2570;p26"/>
              <p:cNvSpPr/>
              <p:nvPr/>
            </p:nvSpPr>
            <p:spPr>
              <a:xfrm>
                <a:off x="3832" y="892"/>
                <a:ext cx="22" cy="22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1" name="Google Shape;2571;p26"/>
              <p:cNvSpPr/>
              <p:nvPr/>
            </p:nvSpPr>
            <p:spPr>
              <a:xfrm>
                <a:off x="3798" y="926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p26"/>
              <p:cNvSpPr/>
              <p:nvPr/>
            </p:nvSpPr>
            <p:spPr>
              <a:xfrm>
                <a:off x="3764" y="959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3" name="Google Shape;2573;p26"/>
              <p:cNvSpPr/>
              <p:nvPr/>
            </p:nvSpPr>
            <p:spPr>
              <a:xfrm>
                <a:off x="3731" y="994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4" name="Google Shape;2574;p26"/>
              <p:cNvSpPr/>
              <p:nvPr/>
            </p:nvSpPr>
            <p:spPr>
              <a:xfrm>
                <a:off x="4345" y="323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5" name="Google Shape;2575;p26"/>
              <p:cNvSpPr/>
              <p:nvPr/>
            </p:nvSpPr>
            <p:spPr>
              <a:xfrm>
                <a:off x="4311" y="35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6" name="Google Shape;2576;p26"/>
              <p:cNvSpPr/>
              <p:nvPr/>
            </p:nvSpPr>
            <p:spPr>
              <a:xfrm>
                <a:off x="4278" y="390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7" name="Google Shape;2577;p26"/>
              <p:cNvSpPr/>
              <p:nvPr/>
            </p:nvSpPr>
            <p:spPr>
              <a:xfrm>
                <a:off x="4244" y="424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p26"/>
              <p:cNvSpPr/>
              <p:nvPr/>
            </p:nvSpPr>
            <p:spPr>
              <a:xfrm>
                <a:off x="4210" y="458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p26"/>
              <p:cNvSpPr/>
              <p:nvPr/>
            </p:nvSpPr>
            <p:spPr>
              <a:xfrm>
                <a:off x="4177" y="493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p26"/>
              <p:cNvSpPr/>
              <p:nvPr/>
            </p:nvSpPr>
            <p:spPr>
              <a:xfrm>
                <a:off x="4142" y="526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p26"/>
              <p:cNvSpPr/>
              <p:nvPr/>
            </p:nvSpPr>
            <p:spPr>
              <a:xfrm>
                <a:off x="4108" y="560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p26"/>
              <p:cNvSpPr/>
              <p:nvPr/>
            </p:nvSpPr>
            <p:spPr>
              <a:xfrm>
                <a:off x="4075" y="593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p26"/>
              <p:cNvSpPr/>
              <p:nvPr/>
            </p:nvSpPr>
            <p:spPr>
              <a:xfrm>
                <a:off x="4041" y="627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4" name="Google Shape;2584;p26"/>
              <p:cNvSpPr/>
              <p:nvPr/>
            </p:nvSpPr>
            <p:spPr>
              <a:xfrm>
                <a:off x="4007" y="661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5" name="Google Shape;2585;p26"/>
              <p:cNvSpPr/>
              <p:nvPr/>
            </p:nvSpPr>
            <p:spPr>
              <a:xfrm>
                <a:off x="3974" y="696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6" name="Google Shape;2586;p26"/>
              <p:cNvSpPr/>
              <p:nvPr/>
            </p:nvSpPr>
            <p:spPr>
              <a:xfrm>
                <a:off x="3940" y="730"/>
                <a:ext cx="21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7" name="Google Shape;2587;p26"/>
              <p:cNvSpPr/>
              <p:nvPr/>
            </p:nvSpPr>
            <p:spPr>
              <a:xfrm>
                <a:off x="3905" y="763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8" name="Google Shape;2588;p26"/>
              <p:cNvSpPr/>
              <p:nvPr/>
            </p:nvSpPr>
            <p:spPr>
              <a:xfrm>
                <a:off x="3872" y="796"/>
                <a:ext cx="22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9" name="Google Shape;2589;p26"/>
              <p:cNvSpPr/>
              <p:nvPr/>
            </p:nvSpPr>
            <p:spPr>
              <a:xfrm>
                <a:off x="3838" y="830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0" name="Google Shape;2590;p26"/>
              <p:cNvSpPr/>
              <p:nvPr/>
            </p:nvSpPr>
            <p:spPr>
              <a:xfrm>
                <a:off x="3804" y="864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1" name="Google Shape;2591;p26"/>
              <p:cNvSpPr/>
              <p:nvPr/>
            </p:nvSpPr>
            <p:spPr>
              <a:xfrm>
                <a:off x="3770" y="898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2" name="Google Shape;2592;p26"/>
              <p:cNvSpPr/>
              <p:nvPr/>
            </p:nvSpPr>
            <p:spPr>
              <a:xfrm>
                <a:off x="3736" y="932"/>
                <a:ext cx="23" cy="23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3" name="Google Shape;2593;p26"/>
              <p:cNvSpPr/>
              <p:nvPr/>
            </p:nvSpPr>
            <p:spPr>
              <a:xfrm>
                <a:off x="3702" y="966"/>
                <a:ext cx="23" cy="22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p26"/>
              <p:cNvSpPr/>
              <p:nvPr/>
            </p:nvSpPr>
            <p:spPr>
              <a:xfrm>
                <a:off x="4318" y="295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26"/>
              <p:cNvSpPr/>
              <p:nvPr/>
            </p:nvSpPr>
            <p:spPr>
              <a:xfrm>
                <a:off x="4284" y="329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6" name="Google Shape;2596;p26"/>
              <p:cNvSpPr/>
              <p:nvPr/>
            </p:nvSpPr>
            <p:spPr>
              <a:xfrm>
                <a:off x="4250" y="363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7" name="Google Shape;2597;p26"/>
              <p:cNvSpPr/>
              <p:nvPr/>
            </p:nvSpPr>
            <p:spPr>
              <a:xfrm>
                <a:off x="4216" y="397"/>
                <a:ext cx="23" cy="22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8" name="Google Shape;2598;p26"/>
              <p:cNvSpPr/>
              <p:nvPr/>
            </p:nvSpPr>
            <p:spPr>
              <a:xfrm>
                <a:off x="4182" y="430"/>
                <a:ext cx="23" cy="23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26"/>
              <p:cNvSpPr/>
              <p:nvPr/>
            </p:nvSpPr>
            <p:spPr>
              <a:xfrm>
                <a:off x="4150" y="465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0" name="Google Shape;2600;p26"/>
              <p:cNvSpPr/>
              <p:nvPr/>
            </p:nvSpPr>
            <p:spPr>
              <a:xfrm>
                <a:off x="4116" y="499"/>
                <a:ext cx="20" cy="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1" name="Google Shape;2601;p26"/>
              <p:cNvSpPr/>
              <p:nvPr/>
            </p:nvSpPr>
            <p:spPr>
              <a:xfrm>
                <a:off x="4081" y="532"/>
                <a:ext cx="23" cy="23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2" name="Google Shape;2602;p26"/>
              <p:cNvSpPr/>
              <p:nvPr/>
            </p:nvSpPr>
            <p:spPr>
              <a:xfrm>
                <a:off x="4047" y="566"/>
                <a:ext cx="23" cy="23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3" name="Google Shape;2603;p26"/>
            <p:cNvSpPr/>
            <p:nvPr/>
          </p:nvSpPr>
          <p:spPr>
            <a:xfrm>
              <a:off x="5749665" y="952500"/>
              <a:ext cx="36513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26"/>
            <p:cNvSpPr/>
            <p:nvPr/>
          </p:nvSpPr>
          <p:spPr>
            <a:xfrm>
              <a:off x="5695690" y="1004888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26"/>
            <p:cNvSpPr/>
            <p:nvPr/>
          </p:nvSpPr>
          <p:spPr>
            <a:xfrm>
              <a:off x="5643303" y="1058863"/>
              <a:ext cx="34925" cy="36513"/>
            </a:xfrm>
            <a:custGeom>
              <a:rect b="b" l="l" r="r" t="t"/>
              <a:pathLst>
                <a:path extrusionOk="0" h="1094" w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26"/>
            <p:cNvSpPr/>
            <p:nvPr/>
          </p:nvSpPr>
          <p:spPr>
            <a:xfrm>
              <a:off x="5589328" y="1112838"/>
              <a:ext cx="34925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26"/>
            <p:cNvSpPr/>
            <p:nvPr/>
          </p:nvSpPr>
          <p:spPr>
            <a:xfrm>
              <a:off x="5535353" y="1166813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26"/>
            <p:cNvSpPr/>
            <p:nvPr/>
          </p:nvSpPr>
          <p:spPr>
            <a:xfrm>
              <a:off x="5481378" y="1220788"/>
              <a:ext cx="36513" cy="36513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26"/>
            <p:cNvSpPr/>
            <p:nvPr/>
          </p:nvSpPr>
          <p:spPr>
            <a:xfrm>
              <a:off x="5427403" y="1274763"/>
              <a:ext cx="36513" cy="34925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26"/>
            <p:cNvSpPr/>
            <p:nvPr/>
          </p:nvSpPr>
          <p:spPr>
            <a:xfrm>
              <a:off x="5373428" y="1327150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26"/>
            <p:cNvSpPr/>
            <p:nvPr/>
          </p:nvSpPr>
          <p:spPr>
            <a:xfrm>
              <a:off x="5319453" y="1381125"/>
              <a:ext cx="36513" cy="36513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26"/>
            <p:cNvSpPr/>
            <p:nvPr/>
          </p:nvSpPr>
          <p:spPr>
            <a:xfrm>
              <a:off x="5267065" y="1435100"/>
              <a:ext cx="34925" cy="36513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26"/>
            <p:cNvSpPr/>
            <p:nvPr/>
          </p:nvSpPr>
          <p:spPr>
            <a:xfrm>
              <a:off x="5213090" y="1489075"/>
              <a:ext cx="36513" cy="36513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27"/>
          <p:cNvSpPr txBox="1"/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6" name="Google Shape;2616;p27"/>
          <p:cNvSpPr txBox="1"/>
          <p:nvPr>
            <p:ph idx="1" type="body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grpSp>
        <p:nvGrpSpPr>
          <p:cNvPr id="2617" name="Google Shape;2617;p27"/>
          <p:cNvGrpSpPr/>
          <p:nvPr/>
        </p:nvGrpSpPr>
        <p:grpSpPr>
          <a:xfrm>
            <a:off x="7927055" y="-813425"/>
            <a:ext cx="2105344" cy="2105344"/>
            <a:chOff x="478444" y="466725"/>
            <a:chExt cx="1592263" cy="1592263"/>
          </a:xfrm>
        </p:grpSpPr>
        <p:grpSp>
          <p:nvGrpSpPr>
            <p:cNvPr id="2618" name="Google Shape;2618;p27"/>
            <p:cNvGrpSpPr/>
            <p:nvPr/>
          </p:nvGrpSpPr>
          <p:grpSpPr>
            <a:xfrm>
              <a:off x="610206" y="466725"/>
              <a:ext cx="1460501" cy="1460500"/>
              <a:chOff x="1166" y="294"/>
              <a:chExt cx="920" cy="920"/>
            </a:xfrm>
          </p:grpSpPr>
          <p:sp>
            <p:nvSpPr>
              <p:cNvPr id="2619" name="Google Shape;2619;p27"/>
              <p:cNvSpPr/>
              <p:nvPr/>
            </p:nvSpPr>
            <p:spPr>
              <a:xfrm>
                <a:off x="1416" y="2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0" name="Google Shape;2620;p27"/>
              <p:cNvSpPr/>
              <p:nvPr/>
            </p:nvSpPr>
            <p:spPr>
              <a:xfrm>
                <a:off x="1450" y="32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1" name="Google Shape;2621;p27"/>
              <p:cNvSpPr/>
              <p:nvPr/>
            </p:nvSpPr>
            <p:spPr>
              <a:xfrm>
                <a:off x="1484" y="36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2" name="Google Shape;2622;p27"/>
              <p:cNvSpPr/>
              <p:nvPr/>
            </p:nvSpPr>
            <p:spPr>
              <a:xfrm>
                <a:off x="1518" y="39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3" name="Google Shape;2623;p27"/>
              <p:cNvSpPr/>
              <p:nvPr/>
            </p:nvSpPr>
            <p:spPr>
              <a:xfrm>
                <a:off x="1552" y="43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4" name="Google Shape;2624;p27"/>
              <p:cNvSpPr/>
              <p:nvPr/>
            </p:nvSpPr>
            <p:spPr>
              <a:xfrm>
                <a:off x="1586" y="46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5" name="Google Shape;2625;p27"/>
              <p:cNvSpPr/>
              <p:nvPr/>
            </p:nvSpPr>
            <p:spPr>
              <a:xfrm>
                <a:off x="1620" y="49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6" name="Google Shape;2626;p27"/>
              <p:cNvSpPr/>
              <p:nvPr/>
            </p:nvSpPr>
            <p:spPr>
              <a:xfrm>
                <a:off x="1655" y="532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7" name="Google Shape;2627;p27"/>
              <p:cNvSpPr/>
              <p:nvPr/>
            </p:nvSpPr>
            <p:spPr>
              <a:xfrm>
                <a:off x="1689" y="566"/>
                <a:ext cx="22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27"/>
              <p:cNvSpPr/>
              <p:nvPr/>
            </p:nvSpPr>
            <p:spPr>
              <a:xfrm>
                <a:off x="1723" y="60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9" name="Google Shape;2629;p27"/>
              <p:cNvSpPr/>
              <p:nvPr/>
            </p:nvSpPr>
            <p:spPr>
              <a:xfrm>
                <a:off x="1757" y="63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0" name="Google Shape;2630;p27"/>
              <p:cNvSpPr/>
              <p:nvPr/>
            </p:nvSpPr>
            <p:spPr>
              <a:xfrm>
                <a:off x="1791" y="66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1" name="Google Shape;2631;p27"/>
              <p:cNvSpPr/>
              <p:nvPr/>
            </p:nvSpPr>
            <p:spPr>
              <a:xfrm>
                <a:off x="1825" y="70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27"/>
              <p:cNvSpPr/>
              <p:nvPr/>
            </p:nvSpPr>
            <p:spPr>
              <a:xfrm>
                <a:off x="1859" y="73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3" name="Google Shape;2633;p27"/>
              <p:cNvSpPr/>
              <p:nvPr/>
            </p:nvSpPr>
            <p:spPr>
              <a:xfrm>
                <a:off x="1893" y="77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4" name="Google Shape;2634;p27"/>
              <p:cNvSpPr/>
              <p:nvPr/>
            </p:nvSpPr>
            <p:spPr>
              <a:xfrm>
                <a:off x="1927" y="80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5" name="Google Shape;2635;p27"/>
              <p:cNvSpPr/>
              <p:nvPr/>
            </p:nvSpPr>
            <p:spPr>
              <a:xfrm>
                <a:off x="1961" y="839"/>
                <a:ext cx="23" cy="22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6" name="Google Shape;2636;p27"/>
              <p:cNvSpPr/>
              <p:nvPr/>
            </p:nvSpPr>
            <p:spPr>
              <a:xfrm>
                <a:off x="1995" y="873"/>
                <a:ext cx="23" cy="22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27"/>
              <p:cNvSpPr/>
              <p:nvPr/>
            </p:nvSpPr>
            <p:spPr>
              <a:xfrm>
                <a:off x="2029" y="90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8" name="Google Shape;2638;p27"/>
              <p:cNvSpPr/>
              <p:nvPr/>
            </p:nvSpPr>
            <p:spPr>
              <a:xfrm>
                <a:off x="2063" y="941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9" name="Google Shape;2639;p27"/>
              <p:cNvSpPr/>
              <p:nvPr/>
            </p:nvSpPr>
            <p:spPr>
              <a:xfrm>
                <a:off x="1388" y="32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0" name="Google Shape;2640;p27"/>
              <p:cNvSpPr/>
              <p:nvPr/>
            </p:nvSpPr>
            <p:spPr>
              <a:xfrm>
                <a:off x="1423" y="357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27"/>
              <p:cNvSpPr/>
              <p:nvPr/>
            </p:nvSpPr>
            <p:spPr>
              <a:xfrm>
                <a:off x="1458" y="391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2" name="Google Shape;2642;p27"/>
              <p:cNvSpPr/>
              <p:nvPr/>
            </p:nvSpPr>
            <p:spPr>
              <a:xfrm>
                <a:off x="1491" y="424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p27"/>
              <p:cNvSpPr/>
              <p:nvPr/>
            </p:nvSpPr>
            <p:spPr>
              <a:xfrm>
                <a:off x="1525" y="45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4" name="Google Shape;2644;p27"/>
              <p:cNvSpPr/>
              <p:nvPr/>
            </p:nvSpPr>
            <p:spPr>
              <a:xfrm>
                <a:off x="1559" y="49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5" name="Google Shape;2645;p27"/>
              <p:cNvSpPr/>
              <p:nvPr/>
            </p:nvSpPr>
            <p:spPr>
              <a:xfrm>
                <a:off x="1593" y="52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6" name="Google Shape;2646;p27"/>
              <p:cNvSpPr/>
              <p:nvPr/>
            </p:nvSpPr>
            <p:spPr>
              <a:xfrm>
                <a:off x="1627" y="56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7" name="Google Shape;2647;p27"/>
              <p:cNvSpPr/>
              <p:nvPr/>
            </p:nvSpPr>
            <p:spPr>
              <a:xfrm>
                <a:off x="1661" y="5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8" name="Google Shape;2648;p27"/>
              <p:cNvSpPr/>
              <p:nvPr/>
            </p:nvSpPr>
            <p:spPr>
              <a:xfrm>
                <a:off x="1695" y="62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9" name="Google Shape;2649;p27"/>
              <p:cNvSpPr/>
              <p:nvPr/>
            </p:nvSpPr>
            <p:spPr>
              <a:xfrm>
                <a:off x="1729" y="66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0" name="Google Shape;2650;p27"/>
              <p:cNvSpPr/>
              <p:nvPr/>
            </p:nvSpPr>
            <p:spPr>
              <a:xfrm>
                <a:off x="1763" y="69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1" name="Google Shape;2651;p27"/>
              <p:cNvSpPr/>
              <p:nvPr/>
            </p:nvSpPr>
            <p:spPr>
              <a:xfrm>
                <a:off x="1797" y="73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2" name="Google Shape;2652;p27"/>
              <p:cNvSpPr/>
              <p:nvPr/>
            </p:nvSpPr>
            <p:spPr>
              <a:xfrm>
                <a:off x="1831" y="76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3" name="Google Shape;2653;p27"/>
              <p:cNvSpPr/>
              <p:nvPr/>
            </p:nvSpPr>
            <p:spPr>
              <a:xfrm>
                <a:off x="1865" y="79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4" name="Google Shape;2654;p27"/>
              <p:cNvSpPr/>
              <p:nvPr/>
            </p:nvSpPr>
            <p:spPr>
              <a:xfrm>
                <a:off x="1899" y="83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5" name="Google Shape;2655;p27"/>
              <p:cNvSpPr/>
              <p:nvPr/>
            </p:nvSpPr>
            <p:spPr>
              <a:xfrm>
                <a:off x="1933" y="86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p27"/>
              <p:cNvSpPr/>
              <p:nvPr/>
            </p:nvSpPr>
            <p:spPr>
              <a:xfrm>
                <a:off x="1967" y="90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p27"/>
              <p:cNvSpPr/>
              <p:nvPr/>
            </p:nvSpPr>
            <p:spPr>
              <a:xfrm>
                <a:off x="2001" y="93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p27"/>
              <p:cNvSpPr/>
              <p:nvPr/>
            </p:nvSpPr>
            <p:spPr>
              <a:xfrm>
                <a:off x="2035" y="96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p27"/>
              <p:cNvSpPr/>
              <p:nvPr/>
            </p:nvSpPr>
            <p:spPr>
              <a:xfrm>
                <a:off x="1361" y="349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p27"/>
              <p:cNvSpPr/>
              <p:nvPr/>
            </p:nvSpPr>
            <p:spPr>
              <a:xfrm>
                <a:off x="1395" y="38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27"/>
              <p:cNvSpPr/>
              <p:nvPr/>
            </p:nvSpPr>
            <p:spPr>
              <a:xfrm>
                <a:off x="1430" y="41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p27"/>
              <p:cNvSpPr/>
              <p:nvPr/>
            </p:nvSpPr>
            <p:spPr>
              <a:xfrm>
                <a:off x="1463" y="45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3" name="Google Shape;2663;p27"/>
              <p:cNvSpPr/>
              <p:nvPr/>
            </p:nvSpPr>
            <p:spPr>
              <a:xfrm>
                <a:off x="1497" y="486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4" name="Google Shape;2664;p27"/>
              <p:cNvSpPr/>
              <p:nvPr/>
            </p:nvSpPr>
            <p:spPr>
              <a:xfrm>
                <a:off x="1531" y="52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27"/>
              <p:cNvSpPr/>
              <p:nvPr/>
            </p:nvSpPr>
            <p:spPr>
              <a:xfrm>
                <a:off x="1566" y="555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p27"/>
              <p:cNvSpPr/>
              <p:nvPr/>
            </p:nvSpPr>
            <p:spPr>
              <a:xfrm>
                <a:off x="1599" y="58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p27"/>
              <p:cNvSpPr/>
              <p:nvPr/>
            </p:nvSpPr>
            <p:spPr>
              <a:xfrm>
                <a:off x="1633" y="62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p27"/>
              <p:cNvSpPr/>
              <p:nvPr/>
            </p:nvSpPr>
            <p:spPr>
              <a:xfrm>
                <a:off x="1667" y="656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p27"/>
              <p:cNvSpPr/>
              <p:nvPr/>
            </p:nvSpPr>
            <p:spPr>
              <a:xfrm>
                <a:off x="1701" y="69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27"/>
              <p:cNvSpPr/>
              <p:nvPr/>
            </p:nvSpPr>
            <p:spPr>
              <a:xfrm>
                <a:off x="1735" y="72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p27"/>
              <p:cNvSpPr/>
              <p:nvPr/>
            </p:nvSpPr>
            <p:spPr>
              <a:xfrm>
                <a:off x="1769" y="75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2" name="Google Shape;2672;p27"/>
              <p:cNvSpPr/>
              <p:nvPr/>
            </p:nvSpPr>
            <p:spPr>
              <a:xfrm>
                <a:off x="1803" y="79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p27"/>
              <p:cNvSpPr/>
              <p:nvPr/>
            </p:nvSpPr>
            <p:spPr>
              <a:xfrm>
                <a:off x="1837" y="82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27"/>
              <p:cNvSpPr/>
              <p:nvPr/>
            </p:nvSpPr>
            <p:spPr>
              <a:xfrm>
                <a:off x="1871" y="86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27"/>
              <p:cNvSpPr/>
              <p:nvPr/>
            </p:nvSpPr>
            <p:spPr>
              <a:xfrm>
                <a:off x="1905" y="8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p27"/>
              <p:cNvSpPr/>
              <p:nvPr/>
            </p:nvSpPr>
            <p:spPr>
              <a:xfrm>
                <a:off x="1939" y="92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p27"/>
              <p:cNvSpPr/>
              <p:nvPr/>
            </p:nvSpPr>
            <p:spPr>
              <a:xfrm>
                <a:off x="1973" y="96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p27"/>
              <p:cNvSpPr/>
              <p:nvPr/>
            </p:nvSpPr>
            <p:spPr>
              <a:xfrm>
                <a:off x="2007" y="99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p27"/>
              <p:cNvSpPr/>
              <p:nvPr/>
            </p:nvSpPr>
            <p:spPr>
              <a:xfrm>
                <a:off x="1333" y="37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27"/>
              <p:cNvSpPr/>
              <p:nvPr/>
            </p:nvSpPr>
            <p:spPr>
              <a:xfrm>
                <a:off x="1367" y="41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p27"/>
              <p:cNvSpPr/>
              <p:nvPr/>
            </p:nvSpPr>
            <p:spPr>
              <a:xfrm>
                <a:off x="1401" y="445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p27"/>
              <p:cNvSpPr/>
              <p:nvPr/>
            </p:nvSpPr>
            <p:spPr>
              <a:xfrm>
                <a:off x="1435" y="47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p27"/>
              <p:cNvSpPr/>
              <p:nvPr/>
            </p:nvSpPr>
            <p:spPr>
              <a:xfrm>
                <a:off x="1469" y="513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p27"/>
              <p:cNvSpPr/>
              <p:nvPr/>
            </p:nvSpPr>
            <p:spPr>
              <a:xfrm>
                <a:off x="1503" y="547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5" name="Google Shape;2685;p27"/>
              <p:cNvSpPr/>
              <p:nvPr/>
            </p:nvSpPr>
            <p:spPr>
              <a:xfrm>
                <a:off x="1537" y="58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6" name="Google Shape;2686;p27"/>
              <p:cNvSpPr/>
              <p:nvPr/>
            </p:nvSpPr>
            <p:spPr>
              <a:xfrm>
                <a:off x="1571" y="615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p27"/>
              <p:cNvSpPr/>
              <p:nvPr/>
            </p:nvSpPr>
            <p:spPr>
              <a:xfrm>
                <a:off x="1605" y="649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p27"/>
              <p:cNvSpPr/>
              <p:nvPr/>
            </p:nvSpPr>
            <p:spPr>
              <a:xfrm>
                <a:off x="1639" y="684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p27"/>
              <p:cNvSpPr/>
              <p:nvPr/>
            </p:nvSpPr>
            <p:spPr>
              <a:xfrm>
                <a:off x="1673" y="71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p27"/>
              <p:cNvSpPr/>
              <p:nvPr/>
            </p:nvSpPr>
            <p:spPr>
              <a:xfrm>
                <a:off x="1707" y="75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p27"/>
              <p:cNvSpPr/>
              <p:nvPr/>
            </p:nvSpPr>
            <p:spPr>
              <a:xfrm>
                <a:off x="1741" y="78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p27"/>
              <p:cNvSpPr/>
              <p:nvPr/>
            </p:nvSpPr>
            <p:spPr>
              <a:xfrm>
                <a:off x="1775" y="82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3" name="Google Shape;2693;p27"/>
              <p:cNvSpPr/>
              <p:nvPr/>
            </p:nvSpPr>
            <p:spPr>
              <a:xfrm>
                <a:off x="1809" y="85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27"/>
              <p:cNvSpPr/>
              <p:nvPr/>
            </p:nvSpPr>
            <p:spPr>
              <a:xfrm>
                <a:off x="1844" y="888"/>
                <a:ext cx="22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p27"/>
              <p:cNvSpPr/>
              <p:nvPr/>
            </p:nvSpPr>
            <p:spPr>
              <a:xfrm>
                <a:off x="1878" y="92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p27"/>
              <p:cNvSpPr/>
              <p:nvPr/>
            </p:nvSpPr>
            <p:spPr>
              <a:xfrm>
                <a:off x="1912" y="95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p27"/>
              <p:cNvSpPr/>
              <p:nvPr/>
            </p:nvSpPr>
            <p:spPr>
              <a:xfrm>
                <a:off x="1946" y="99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27"/>
              <p:cNvSpPr/>
              <p:nvPr/>
            </p:nvSpPr>
            <p:spPr>
              <a:xfrm>
                <a:off x="1980" y="102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p27"/>
              <p:cNvSpPr/>
              <p:nvPr/>
            </p:nvSpPr>
            <p:spPr>
              <a:xfrm>
                <a:off x="1305" y="40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p27"/>
              <p:cNvSpPr/>
              <p:nvPr/>
            </p:nvSpPr>
            <p:spPr>
              <a:xfrm>
                <a:off x="1339" y="439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p27"/>
              <p:cNvSpPr/>
              <p:nvPr/>
            </p:nvSpPr>
            <p:spPr>
              <a:xfrm>
                <a:off x="1373" y="47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2" name="Google Shape;2702;p27"/>
              <p:cNvSpPr/>
              <p:nvPr/>
            </p:nvSpPr>
            <p:spPr>
              <a:xfrm>
                <a:off x="1407" y="50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27"/>
              <p:cNvSpPr/>
              <p:nvPr/>
            </p:nvSpPr>
            <p:spPr>
              <a:xfrm>
                <a:off x="1441" y="541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4" name="Google Shape;2704;p27"/>
              <p:cNvSpPr/>
              <p:nvPr/>
            </p:nvSpPr>
            <p:spPr>
              <a:xfrm>
                <a:off x="1475" y="57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5" name="Google Shape;2705;p27"/>
              <p:cNvSpPr/>
              <p:nvPr/>
            </p:nvSpPr>
            <p:spPr>
              <a:xfrm>
                <a:off x="1509" y="60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6" name="Google Shape;2706;p27"/>
              <p:cNvSpPr/>
              <p:nvPr/>
            </p:nvSpPr>
            <p:spPr>
              <a:xfrm>
                <a:off x="1543" y="643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27"/>
              <p:cNvSpPr/>
              <p:nvPr/>
            </p:nvSpPr>
            <p:spPr>
              <a:xfrm>
                <a:off x="1577" y="67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p27"/>
              <p:cNvSpPr/>
              <p:nvPr/>
            </p:nvSpPr>
            <p:spPr>
              <a:xfrm>
                <a:off x="1611" y="71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9" name="Google Shape;2709;p27"/>
              <p:cNvSpPr/>
              <p:nvPr/>
            </p:nvSpPr>
            <p:spPr>
              <a:xfrm>
                <a:off x="1646" y="745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27"/>
              <p:cNvSpPr/>
              <p:nvPr/>
            </p:nvSpPr>
            <p:spPr>
              <a:xfrm>
                <a:off x="1680" y="77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p27"/>
              <p:cNvSpPr/>
              <p:nvPr/>
            </p:nvSpPr>
            <p:spPr>
              <a:xfrm>
                <a:off x="1715" y="81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p27"/>
              <p:cNvSpPr/>
              <p:nvPr/>
            </p:nvSpPr>
            <p:spPr>
              <a:xfrm>
                <a:off x="1749" y="84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3" name="Google Shape;2713;p27"/>
              <p:cNvSpPr/>
              <p:nvPr/>
            </p:nvSpPr>
            <p:spPr>
              <a:xfrm>
                <a:off x="1782" y="882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4" name="Google Shape;2714;p27"/>
              <p:cNvSpPr/>
              <p:nvPr/>
            </p:nvSpPr>
            <p:spPr>
              <a:xfrm>
                <a:off x="1816" y="91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5" name="Google Shape;2715;p27"/>
              <p:cNvSpPr/>
              <p:nvPr/>
            </p:nvSpPr>
            <p:spPr>
              <a:xfrm>
                <a:off x="1850" y="95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p27"/>
              <p:cNvSpPr/>
              <p:nvPr/>
            </p:nvSpPr>
            <p:spPr>
              <a:xfrm>
                <a:off x="1884" y="98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7" name="Google Shape;2717;p27"/>
              <p:cNvSpPr/>
              <p:nvPr/>
            </p:nvSpPr>
            <p:spPr>
              <a:xfrm>
                <a:off x="1918" y="101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p27"/>
              <p:cNvSpPr/>
              <p:nvPr/>
            </p:nvSpPr>
            <p:spPr>
              <a:xfrm>
                <a:off x="1952" y="1052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p27"/>
              <p:cNvSpPr/>
              <p:nvPr/>
            </p:nvSpPr>
            <p:spPr>
              <a:xfrm>
                <a:off x="1277" y="43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p27"/>
              <p:cNvSpPr/>
              <p:nvPr/>
            </p:nvSpPr>
            <p:spPr>
              <a:xfrm>
                <a:off x="1311" y="46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1" name="Google Shape;2721;p27"/>
              <p:cNvSpPr/>
              <p:nvPr/>
            </p:nvSpPr>
            <p:spPr>
              <a:xfrm>
                <a:off x="1345" y="50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2" name="Google Shape;2722;p27"/>
              <p:cNvSpPr/>
              <p:nvPr/>
            </p:nvSpPr>
            <p:spPr>
              <a:xfrm>
                <a:off x="1380" y="5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p27"/>
              <p:cNvSpPr/>
              <p:nvPr/>
            </p:nvSpPr>
            <p:spPr>
              <a:xfrm>
                <a:off x="1415" y="570"/>
                <a:ext cx="20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p27"/>
              <p:cNvSpPr/>
              <p:nvPr/>
            </p:nvSpPr>
            <p:spPr>
              <a:xfrm>
                <a:off x="1448" y="603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p27"/>
              <p:cNvSpPr/>
              <p:nvPr/>
            </p:nvSpPr>
            <p:spPr>
              <a:xfrm>
                <a:off x="1482" y="63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p27"/>
              <p:cNvSpPr/>
              <p:nvPr/>
            </p:nvSpPr>
            <p:spPr>
              <a:xfrm>
                <a:off x="1517" y="6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p27"/>
              <p:cNvSpPr/>
              <p:nvPr/>
            </p:nvSpPr>
            <p:spPr>
              <a:xfrm>
                <a:off x="1551" y="7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p27"/>
              <p:cNvSpPr/>
              <p:nvPr/>
            </p:nvSpPr>
            <p:spPr>
              <a:xfrm>
                <a:off x="1584" y="73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9" name="Google Shape;2729;p27"/>
              <p:cNvSpPr/>
              <p:nvPr/>
            </p:nvSpPr>
            <p:spPr>
              <a:xfrm>
                <a:off x="1618" y="77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0" name="Google Shape;2730;p27"/>
              <p:cNvSpPr/>
              <p:nvPr/>
            </p:nvSpPr>
            <p:spPr>
              <a:xfrm>
                <a:off x="1653" y="8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1" name="Google Shape;2731;p27"/>
              <p:cNvSpPr/>
              <p:nvPr/>
            </p:nvSpPr>
            <p:spPr>
              <a:xfrm>
                <a:off x="1687" y="84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2" name="Google Shape;2732;p27"/>
              <p:cNvSpPr/>
              <p:nvPr/>
            </p:nvSpPr>
            <p:spPr>
              <a:xfrm>
                <a:off x="1720" y="87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3" name="Google Shape;2733;p27"/>
              <p:cNvSpPr/>
              <p:nvPr/>
            </p:nvSpPr>
            <p:spPr>
              <a:xfrm>
                <a:off x="1754" y="909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p27"/>
              <p:cNvSpPr/>
              <p:nvPr/>
            </p:nvSpPr>
            <p:spPr>
              <a:xfrm>
                <a:off x="1789" y="94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5" name="Google Shape;2735;p27"/>
              <p:cNvSpPr/>
              <p:nvPr/>
            </p:nvSpPr>
            <p:spPr>
              <a:xfrm>
                <a:off x="1823" y="97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6" name="Google Shape;2736;p27"/>
              <p:cNvSpPr/>
              <p:nvPr/>
            </p:nvSpPr>
            <p:spPr>
              <a:xfrm>
                <a:off x="1856" y="101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7" name="Google Shape;2737;p27"/>
              <p:cNvSpPr/>
              <p:nvPr/>
            </p:nvSpPr>
            <p:spPr>
              <a:xfrm>
                <a:off x="1890" y="104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p27"/>
              <p:cNvSpPr/>
              <p:nvPr/>
            </p:nvSpPr>
            <p:spPr>
              <a:xfrm>
                <a:off x="1924" y="1080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p27"/>
              <p:cNvSpPr/>
              <p:nvPr/>
            </p:nvSpPr>
            <p:spPr>
              <a:xfrm>
                <a:off x="1250" y="460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p27"/>
              <p:cNvSpPr/>
              <p:nvPr/>
            </p:nvSpPr>
            <p:spPr>
              <a:xfrm>
                <a:off x="1284" y="49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p27"/>
              <p:cNvSpPr/>
              <p:nvPr/>
            </p:nvSpPr>
            <p:spPr>
              <a:xfrm>
                <a:off x="1318" y="529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p27"/>
              <p:cNvSpPr/>
              <p:nvPr/>
            </p:nvSpPr>
            <p:spPr>
              <a:xfrm>
                <a:off x="1352" y="563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3" name="Google Shape;2743;p27"/>
              <p:cNvSpPr/>
              <p:nvPr/>
            </p:nvSpPr>
            <p:spPr>
              <a:xfrm>
                <a:off x="1386" y="59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4" name="Google Shape;2744;p27"/>
              <p:cNvSpPr/>
              <p:nvPr/>
            </p:nvSpPr>
            <p:spPr>
              <a:xfrm>
                <a:off x="1420" y="63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7"/>
              <p:cNvSpPr/>
              <p:nvPr/>
            </p:nvSpPr>
            <p:spPr>
              <a:xfrm>
                <a:off x="1454" y="665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p27"/>
              <p:cNvSpPr/>
              <p:nvPr/>
            </p:nvSpPr>
            <p:spPr>
              <a:xfrm>
                <a:off x="1489" y="7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7" name="Google Shape;2747;p27"/>
              <p:cNvSpPr/>
              <p:nvPr/>
            </p:nvSpPr>
            <p:spPr>
              <a:xfrm>
                <a:off x="1523" y="7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8" name="Google Shape;2748;p27"/>
              <p:cNvSpPr/>
              <p:nvPr/>
            </p:nvSpPr>
            <p:spPr>
              <a:xfrm>
                <a:off x="1556" y="767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p27"/>
              <p:cNvSpPr/>
              <p:nvPr/>
            </p:nvSpPr>
            <p:spPr>
              <a:xfrm>
                <a:off x="1590" y="80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27"/>
              <p:cNvSpPr/>
              <p:nvPr/>
            </p:nvSpPr>
            <p:spPr>
              <a:xfrm>
                <a:off x="1625" y="8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p27"/>
              <p:cNvSpPr/>
              <p:nvPr/>
            </p:nvSpPr>
            <p:spPr>
              <a:xfrm>
                <a:off x="1659" y="87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p27"/>
              <p:cNvSpPr/>
              <p:nvPr/>
            </p:nvSpPr>
            <p:spPr>
              <a:xfrm>
                <a:off x="1692" y="90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p27"/>
              <p:cNvSpPr/>
              <p:nvPr/>
            </p:nvSpPr>
            <p:spPr>
              <a:xfrm>
                <a:off x="1726" y="93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p27"/>
              <p:cNvSpPr/>
              <p:nvPr/>
            </p:nvSpPr>
            <p:spPr>
              <a:xfrm>
                <a:off x="1761" y="972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5" name="Google Shape;2755;p27"/>
              <p:cNvSpPr/>
              <p:nvPr/>
            </p:nvSpPr>
            <p:spPr>
              <a:xfrm>
                <a:off x="1795" y="100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6" name="Google Shape;2756;p27"/>
              <p:cNvSpPr/>
              <p:nvPr/>
            </p:nvSpPr>
            <p:spPr>
              <a:xfrm>
                <a:off x="1828" y="103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7" name="Google Shape;2757;p27"/>
              <p:cNvSpPr/>
              <p:nvPr/>
            </p:nvSpPr>
            <p:spPr>
              <a:xfrm>
                <a:off x="1862" y="1073"/>
                <a:ext cx="23" cy="23"/>
              </a:xfrm>
              <a:custGeom>
                <a:rect b="b" l="l" r="r" t="t"/>
                <a:pathLst>
                  <a:path extrusionOk="0" h="1102" w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p27"/>
              <p:cNvSpPr/>
              <p:nvPr/>
            </p:nvSpPr>
            <p:spPr>
              <a:xfrm>
                <a:off x="1897" y="1108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p27"/>
              <p:cNvSpPr/>
              <p:nvPr/>
            </p:nvSpPr>
            <p:spPr>
              <a:xfrm>
                <a:off x="1222" y="48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0" name="Google Shape;2760;p27"/>
              <p:cNvSpPr/>
              <p:nvPr/>
            </p:nvSpPr>
            <p:spPr>
              <a:xfrm>
                <a:off x="1256" y="52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1" name="Google Shape;2761;p27"/>
              <p:cNvSpPr/>
              <p:nvPr/>
            </p:nvSpPr>
            <p:spPr>
              <a:xfrm>
                <a:off x="1290" y="55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2" name="Google Shape;2762;p27"/>
              <p:cNvSpPr/>
              <p:nvPr/>
            </p:nvSpPr>
            <p:spPr>
              <a:xfrm>
                <a:off x="1324" y="59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3" name="Google Shape;2763;p27"/>
              <p:cNvSpPr/>
              <p:nvPr/>
            </p:nvSpPr>
            <p:spPr>
              <a:xfrm>
                <a:off x="1358" y="62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4" name="Google Shape;2764;p27"/>
              <p:cNvSpPr/>
              <p:nvPr/>
            </p:nvSpPr>
            <p:spPr>
              <a:xfrm>
                <a:off x="1392" y="65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5" name="Google Shape;2765;p27"/>
              <p:cNvSpPr/>
              <p:nvPr/>
            </p:nvSpPr>
            <p:spPr>
              <a:xfrm>
                <a:off x="1426" y="69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6" name="Google Shape;2766;p27"/>
              <p:cNvSpPr/>
              <p:nvPr/>
            </p:nvSpPr>
            <p:spPr>
              <a:xfrm>
                <a:off x="1460" y="727"/>
                <a:ext cx="23" cy="22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7" name="Google Shape;2767;p27"/>
              <p:cNvSpPr/>
              <p:nvPr/>
            </p:nvSpPr>
            <p:spPr>
              <a:xfrm>
                <a:off x="1494" y="76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8" name="Google Shape;2768;p27"/>
              <p:cNvSpPr/>
              <p:nvPr/>
            </p:nvSpPr>
            <p:spPr>
              <a:xfrm>
                <a:off x="1528" y="79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9" name="Google Shape;2769;p27"/>
              <p:cNvSpPr/>
              <p:nvPr/>
            </p:nvSpPr>
            <p:spPr>
              <a:xfrm>
                <a:off x="1562" y="82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0" name="Google Shape;2770;p27"/>
              <p:cNvSpPr/>
              <p:nvPr/>
            </p:nvSpPr>
            <p:spPr>
              <a:xfrm>
                <a:off x="1597" y="86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1" name="Google Shape;2771;p27"/>
              <p:cNvSpPr/>
              <p:nvPr/>
            </p:nvSpPr>
            <p:spPr>
              <a:xfrm>
                <a:off x="1630" y="89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2" name="Google Shape;2772;p27"/>
              <p:cNvSpPr/>
              <p:nvPr/>
            </p:nvSpPr>
            <p:spPr>
              <a:xfrm>
                <a:off x="1664" y="93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3" name="Google Shape;2773;p27"/>
              <p:cNvSpPr/>
              <p:nvPr/>
            </p:nvSpPr>
            <p:spPr>
              <a:xfrm>
                <a:off x="1698" y="96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4" name="Google Shape;2774;p27"/>
              <p:cNvSpPr/>
              <p:nvPr/>
            </p:nvSpPr>
            <p:spPr>
              <a:xfrm>
                <a:off x="1733" y="1000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5" name="Google Shape;2775;p27"/>
              <p:cNvSpPr/>
              <p:nvPr/>
            </p:nvSpPr>
            <p:spPr>
              <a:xfrm>
                <a:off x="1767" y="1034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6" name="Google Shape;2776;p27"/>
              <p:cNvSpPr/>
              <p:nvPr/>
            </p:nvSpPr>
            <p:spPr>
              <a:xfrm>
                <a:off x="1801" y="1067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7" name="Google Shape;2777;p27"/>
              <p:cNvSpPr/>
              <p:nvPr/>
            </p:nvSpPr>
            <p:spPr>
              <a:xfrm>
                <a:off x="1835" y="1101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8" name="Google Shape;2778;p27"/>
              <p:cNvSpPr/>
              <p:nvPr/>
            </p:nvSpPr>
            <p:spPr>
              <a:xfrm>
                <a:off x="1870" y="1136"/>
                <a:ext cx="21" cy="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9" name="Google Shape;2779;p27"/>
              <p:cNvSpPr/>
              <p:nvPr/>
            </p:nvSpPr>
            <p:spPr>
              <a:xfrm>
                <a:off x="1194" y="51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0" name="Google Shape;2780;p27"/>
              <p:cNvSpPr/>
              <p:nvPr/>
            </p:nvSpPr>
            <p:spPr>
              <a:xfrm>
                <a:off x="1228" y="55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1" name="Google Shape;2781;p27"/>
              <p:cNvSpPr/>
              <p:nvPr/>
            </p:nvSpPr>
            <p:spPr>
              <a:xfrm>
                <a:off x="1262" y="58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2" name="Google Shape;2782;p27"/>
              <p:cNvSpPr/>
              <p:nvPr/>
            </p:nvSpPr>
            <p:spPr>
              <a:xfrm>
                <a:off x="1296" y="618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3" name="Google Shape;2783;p27"/>
              <p:cNvSpPr/>
              <p:nvPr/>
            </p:nvSpPr>
            <p:spPr>
              <a:xfrm>
                <a:off x="1330" y="65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4" name="Google Shape;2784;p27"/>
              <p:cNvSpPr/>
              <p:nvPr/>
            </p:nvSpPr>
            <p:spPr>
              <a:xfrm>
                <a:off x="1364" y="68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5" name="Google Shape;2785;p27"/>
              <p:cNvSpPr/>
              <p:nvPr/>
            </p:nvSpPr>
            <p:spPr>
              <a:xfrm>
                <a:off x="1398" y="72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6" name="Google Shape;2786;p27"/>
              <p:cNvSpPr/>
              <p:nvPr/>
            </p:nvSpPr>
            <p:spPr>
              <a:xfrm>
                <a:off x="1432" y="75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7" name="Google Shape;2787;p27"/>
              <p:cNvSpPr/>
              <p:nvPr/>
            </p:nvSpPr>
            <p:spPr>
              <a:xfrm>
                <a:off x="1466" y="78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8" name="Google Shape;2788;p27"/>
              <p:cNvSpPr/>
              <p:nvPr/>
            </p:nvSpPr>
            <p:spPr>
              <a:xfrm>
                <a:off x="1500" y="82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9" name="Google Shape;2789;p27"/>
              <p:cNvSpPr/>
              <p:nvPr/>
            </p:nvSpPr>
            <p:spPr>
              <a:xfrm>
                <a:off x="1534" y="856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0" name="Google Shape;2790;p27"/>
              <p:cNvSpPr/>
              <p:nvPr/>
            </p:nvSpPr>
            <p:spPr>
              <a:xfrm>
                <a:off x="1568" y="89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1" name="Google Shape;2791;p27"/>
              <p:cNvSpPr/>
              <p:nvPr/>
            </p:nvSpPr>
            <p:spPr>
              <a:xfrm>
                <a:off x="1603" y="925"/>
                <a:ext cx="22" cy="22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2" name="Google Shape;2792;p27"/>
              <p:cNvSpPr/>
              <p:nvPr/>
            </p:nvSpPr>
            <p:spPr>
              <a:xfrm>
                <a:off x="1637" y="959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3" name="Google Shape;2793;p27"/>
              <p:cNvSpPr/>
              <p:nvPr/>
            </p:nvSpPr>
            <p:spPr>
              <a:xfrm>
                <a:off x="1671" y="993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4" name="Google Shape;2794;p27"/>
              <p:cNvSpPr/>
              <p:nvPr/>
            </p:nvSpPr>
            <p:spPr>
              <a:xfrm>
                <a:off x="1705" y="102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5" name="Google Shape;2795;p27"/>
              <p:cNvSpPr/>
              <p:nvPr/>
            </p:nvSpPr>
            <p:spPr>
              <a:xfrm>
                <a:off x="1739" y="1061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6" name="Google Shape;2796;p27"/>
              <p:cNvSpPr/>
              <p:nvPr/>
            </p:nvSpPr>
            <p:spPr>
              <a:xfrm>
                <a:off x="1773" y="1095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7" name="Google Shape;2797;p27"/>
              <p:cNvSpPr/>
              <p:nvPr/>
            </p:nvSpPr>
            <p:spPr>
              <a:xfrm>
                <a:off x="1807" y="1129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8" name="Google Shape;2798;p27"/>
              <p:cNvSpPr/>
              <p:nvPr/>
            </p:nvSpPr>
            <p:spPr>
              <a:xfrm>
                <a:off x="1841" y="1163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9" name="Google Shape;2799;p27"/>
              <p:cNvSpPr/>
              <p:nvPr/>
            </p:nvSpPr>
            <p:spPr>
              <a:xfrm>
                <a:off x="1166" y="54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0" name="Google Shape;2800;p27"/>
              <p:cNvSpPr/>
              <p:nvPr/>
            </p:nvSpPr>
            <p:spPr>
              <a:xfrm>
                <a:off x="1200" y="57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1" name="Google Shape;2801;p27"/>
              <p:cNvSpPr/>
              <p:nvPr/>
            </p:nvSpPr>
            <p:spPr>
              <a:xfrm>
                <a:off x="1234" y="612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2" name="Google Shape;2802;p27"/>
              <p:cNvSpPr/>
              <p:nvPr/>
            </p:nvSpPr>
            <p:spPr>
              <a:xfrm>
                <a:off x="1268" y="646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3" name="Google Shape;2803;p27"/>
              <p:cNvSpPr/>
              <p:nvPr/>
            </p:nvSpPr>
            <p:spPr>
              <a:xfrm>
                <a:off x="1302" y="680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4" name="Google Shape;2804;p27"/>
              <p:cNvSpPr/>
              <p:nvPr/>
            </p:nvSpPr>
            <p:spPr>
              <a:xfrm>
                <a:off x="1336" y="714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5" name="Google Shape;2805;p27"/>
              <p:cNvSpPr/>
              <p:nvPr/>
            </p:nvSpPr>
            <p:spPr>
              <a:xfrm>
                <a:off x="1371" y="748"/>
                <a:ext cx="22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6" name="Google Shape;2806;p27"/>
              <p:cNvSpPr/>
              <p:nvPr/>
            </p:nvSpPr>
            <p:spPr>
              <a:xfrm>
                <a:off x="1405" y="782"/>
                <a:ext cx="22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7" name="Google Shape;2807;p27"/>
              <p:cNvSpPr/>
              <p:nvPr/>
            </p:nvSpPr>
            <p:spPr>
              <a:xfrm>
                <a:off x="1439" y="816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8" name="Google Shape;2808;p27"/>
              <p:cNvSpPr/>
              <p:nvPr/>
            </p:nvSpPr>
            <p:spPr>
              <a:xfrm>
                <a:off x="1473" y="850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9" name="Google Shape;2809;p27"/>
              <p:cNvSpPr/>
              <p:nvPr/>
            </p:nvSpPr>
            <p:spPr>
              <a:xfrm>
                <a:off x="1507" y="884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0" name="Google Shape;2810;p27"/>
              <p:cNvSpPr/>
              <p:nvPr/>
            </p:nvSpPr>
            <p:spPr>
              <a:xfrm>
                <a:off x="1541" y="918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1" name="Google Shape;2811;p27"/>
              <p:cNvSpPr/>
              <p:nvPr/>
            </p:nvSpPr>
            <p:spPr>
              <a:xfrm>
                <a:off x="1575" y="952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2" name="Google Shape;2812;p27"/>
              <p:cNvSpPr/>
              <p:nvPr/>
            </p:nvSpPr>
            <p:spPr>
              <a:xfrm>
                <a:off x="1609" y="986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3" name="Google Shape;2813;p27"/>
              <p:cNvSpPr/>
              <p:nvPr/>
            </p:nvSpPr>
            <p:spPr>
              <a:xfrm>
                <a:off x="1643" y="1020"/>
                <a:ext cx="23" cy="23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4" name="Google Shape;2814;p27"/>
              <p:cNvSpPr/>
              <p:nvPr/>
            </p:nvSpPr>
            <p:spPr>
              <a:xfrm>
                <a:off x="1677" y="1054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5" name="Google Shape;2815;p27"/>
              <p:cNvSpPr/>
              <p:nvPr/>
            </p:nvSpPr>
            <p:spPr>
              <a:xfrm>
                <a:off x="1711" y="1088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6" name="Google Shape;2816;p27"/>
              <p:cNvSpPr/>
              <p:nvPr/>
            </p:nvSpPr>
            <p:spPr>
              <a:xfrm>
                <a:off x="1745" y="1123"/>
                <a:ext cx="23" cy="22"/>
              </a:xfrm>
              <a:custGeom>
                <a:rect b="b" l="l" r="r" t="t"/>
                <a:pathLst>
                  <a:path extrusionOk="0" h="1101" w="1102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7" name="Google Shape;2817;p27"/>
              <p:cNvSpPr/>
              <p:nvPr/>
            </p:nvSpPr>
            <p:spPr>
              <a:xfrm>
                <a:off x="1779" y="1157"/>
                <a:ext cx="23" cy="23"/>
              </a:xfrm>
              <a:custGeom>
                <a:rect b="b" l="l" r="r" t="t"/>
                <a:pathLst>
                  <a:path extrusionOk="0" h="1101" w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8" name="Google Shape;2818;p27"/>
              <p:cNvSpPr/>
              <p:nvPr/>
            </p:nvSpPr>
            <p:spPr>
              <a:xfrm>
                <a:off x="1813" y="1191"/>
                <a:ext cx="23" cy="23"/>
              </a:xfrm>
              <a:custGeom>
                <a:rect b="b" l="l" r="r" t="t"/>
                <a:pathLst>
                  <a:path extrusionOk="0" h="1102" w="1101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baseline="-2500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9" name="Google Shape;2819;p27"/>
            <p:cNvSpPr/>
            <p:nvPr/>
          </p:nvSpPr>
          <p:spPr>
            <a:xfrm>
              <a:off x="565757" y="9080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27"/>
            <p:cNvSpPr/>
            <p:nvPr/>
          </p:nvSpPr>
          <p:spPr>
            <a:xfrm>
              <a:off x="621319" y="962025"/>
              <a:ext cx="34925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27"/>
            <p:cNvSpPr/>
            <p:nvPr/>
          </p:nvSpPr>
          <p:spPr>
            <a:xfrm>
              <a:off x="675294" y="10160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27"/>
            <p:cNvSpPr/>
            <p:nvPr/>
          </p:nvSpPr>
          <p:spPr>
            <a:xfrm>
              <a:off x="729269" y="10699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27"/>
            <p:cNvSpPr/>
            <p:nvPr/>
          </p:nvSpPr>
          <p:spPr>
            <a:xfrm>
              <a:off x="783244" y="11239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27"/>
            <p:cNvSpPr/>
            <p:nvPr/>
          </p:nvSpPr>
          <p:spPr>
            <a:xfrm>
              <a:off x="837219" y="11779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27"/>
            <p:cNvSpPr/>
            <p:nvPr/>
          </p:nvSpPr>
          <p:spPr>
            <a:xfrm>
              <a:off x="891194" y="12319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27"/>
            <p:cNvSpPr/>
            <p:nvPr/>
          </p:nvSpPr>
          <p:spPr>
            <a:xfrm>
              <a:off x="945169" y="12858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27"/>
            <p:cNvSpPr/>
            <p:nvPr/>
          </p:nvSpPr>
          <p:spPr>
            <a:xfrm>
              <a:off x="999144" y="13398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27"/>
            <p:cNvSpPr/>
            <p:nvPr/>
          </p:nvSpPr>
          <p:spPr>
            <a:xfrm>
              <a:off x="1053119" y="13938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27"/>
            <p:cNvSpPr/>
            <p:nvPr/>
          </p:nvSpPr>
          <p:spPr>
            <a:xfrm>
              <a:off x="1107094" y="14478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27"/>
            <p:cNvSpPr/>
            <p:nvPr/>
          </p:nvSpPr>
          <p:spPr>
            <a:xfrm>
              <a:off x="1161069" y="15017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27"/>
            <p:cNvSpPr/>
            <p:nvPr/>
          </p:nvSpPr>
          <p:spPr>
            <a:xfrm>
              <a:off x="1215044" y="15557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27"/>
            <p:cNvSpPr/>
            <p:nvPr/>
          </p:nvSpPr>
          <p:spPr>
            <a:xfrm>
              <a:off x="1269019" y="16097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27"/>
            <p:cNvSpPr/>
            <p:nvPr/>
          </p:nvSpPr>
          <p:spPr>
            <a:xfrm>
              <a:off x="1322994" y="16637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27"/>
            <p:cNvSpPr/>
            <p:nvPr/>
          </p:nvSpPr>
          <p:spPr>
            <a:xfrm>
              <a:off x="1376969" y="17176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27"/>
            <p:cNvSpPr/>
            <p:nvPr/>
          </p:nvSpPr>
          <p:spPr>
            <a:xfrm>
              <a:off x="1430944" y="17716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27"/>
            <p:cNvSpPr/>
            <p:nvPr/>
          </p:nvSpPr>
          <p:spPr>
            <a:xfrm>
              <a:off x="1484919" y="18256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27"/>
            <p:cNvSpPr/>
            <p:nvPr/>
          </p:nvSpPr>
          <p:spPr>
            <a:xfrm>
              <a:off x="1538894" y="18796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27"/>
            <p:cNvSpPr/>
            <p:nvPr/>
          </p:nvSpPr>
          <p:spPr>
            <a:xfrm>
              <a:off x="1592869" y="19335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27"/>
            <p:cNvSpPr/>
            <p:nvPr/>
          </p:nvSpPr>
          <p:spPr>
            <a:xfrm>
              <a:off x="522894" y="950913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27"/>
            <p:cNvSpPr/>
            <p:nvPr/>
          </p:nvSpPr>
          <p:spPr>
            <a:xfrm>
              <a:off x="576869" y="1004888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27"/>
            <p:cNvSpPr/>
            <p:nvPr/>
          </p:nvSpPr>
          <p:spPr>
            <a:xfrm>
              <a:off x="630844" y="105886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27"/>
            <p:cNvSpPr/>
            <p:nvPr/>
          </p:nvSpPr>
          <p:spPr>
            <a:xfrm>
              <a:off x="684819" y="1112838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27"/>
            <p:cNvSpPr/>
            <p:nvPr/>
          </p:nvSpPr>
          <p:spPr>
            <a:xfrm>
              <a:off x="738794" y="116681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27"/>
            <p:cNvSpPr/>
            <p:nvPr/>
          </p:nvSpPr>
          <p:spPr>
            <a:xfrm>
              <a:off x="792769" y="1222375"/>
              <a:ext cx="36513" cy="34925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27"/>
            <p:cNvSpPr/>
            <p:nvPr/>
          </p:nvSpPr>
          <p:spPr>
            <a:xfrm>
              <a:off x="846744" y="1276350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27"/>
            <p:cNvSpPr/>
            <p:nvPr/>
          </p:nvSpPr>
          <p:spPr>
            <a:xfrm>
              <a:off x="900719" y="13303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27"/>
            <p:cNvSpPr/>
            <p:nvPr/>
          </p:nvSpPr>
          <p:spPr>
            <a:xfrm>
              <a:off x="954694" y="13843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27"/>
            <p:cNvSpPr/>
            <p:nvPr/>
          </p:nvSpPr>
          <p:spPr>
            <a:xfrm>
              <a:off x="1008669" y="1438275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27"/>
            <p:cNvSpPr/>
            <p:nvPr/>
          </p:nvSpPr>
          <p:spPr>
            <a:xfrm>
              <a:off x="1062644" y="14922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27"/>
            <p:cNvSpPr/>
            <p:nvPr/>
          </p:nvSpPr>
          <p:spPr>
            <a:xfrm>
              <a:off x="1116619" y="154622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27"/>
            <p:cNvSpPr/>
            <p:nvPr/>
          </p:nvSpPr>
          <p:spPr>
            <a:xfrm>
              <a:off x="1170594" y="1600200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27"/>
            <p:cNvSpPr/>
            <p:nvPr/>
          </p:nvSpPr>
          <p:spPr>
            <a:xfrm>
              <a:off x="1224569" y="16541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27"/>
            <p:cNvSpPr/>
            <p:nvPr/>
          </p:nvSpPr>
          <p:spPr>
            <a:xfrm>
              <a:off x="1278544" y="17081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27"/>
            <p:cNvSpPr/>
            <p:nvPr/>
          </p:nvSpPr>
          <p:spPr>
            <a:xfrm>
              <a:off x="1332519" y="1762125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27"/>
            <p:cNvSpPr/>
            <p:nvPr/>
          </p:nvSpPr>
          <p:spPr>
            <a:xfrm>
              <a:off x="1386494" y="18161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27"/>
            <p:cNvSpPr/>
            <p:nvPr/>
          </p:nvSpPr>
          <p:spPr>
            <a:xfrm>
              <a:off x="1440469" y="18700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27"/>
            <p:cNvSpPr/>
            <p:nvPr/>
          </p:nvSpPr>
          <p:spPr>
            <a:xfrm>
              <a:off x="1494444" y="1924050"/>
              <a:ext cx="36513" cy="36513"/>
            </a:xfrm>
            <a:custGeom>
              <a:rect b="b" l="l" r="r" t="t"/>
              <a:pathLst>
                <a:path extrusionOk="0" h="1102" w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27"/>
            <p:cNvSpPr/>
            <p:nvPr/>
          </p:nvSpPr>
          <p:spPr>
            <a:xfrm>
              <a:off x="1550007" y="1978025"/>
              <a:ext cx="34925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27"/>
            <p:cNvSpPr/>
            <p:nvPr/>
          </p:nvSpPr>
          <p:spPr>
            <a:xfrm>
              <a:off x="478444" y="99536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27"/>
            <p:cNvSpPr/>
            <p:nvPr/>
          </p:nvSpPr>
          <p:spPr>
            <a:xfrm>
              <a:off x="532419" y="1049338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27"/>
            <p:cNvSpPr/>
            <p:nvPr/>
          </p:nvSpPr>
          <p:spPr>
            <a:xfrm>
              <a:off x="587982" y="1104900"/>
              <a:ext cx="33338" cy="333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27"/>
            <p:cNvSpPr/>
            <p:nvPr/>
          </p:nvSpPr>
          <p:spPr>
            <a:xfrm>
              <a:off x="640369" y="1157288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27"/>
            <p:cNvSpPr/>
            <p:nvPr/>
          </p:nvSpPr>
          <p:spPr>
            <a:xfrm>
              <a:off x="694344" y="1211263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27"/>
            <p:cNvSpPr/>
            <p:nvPr/>
          </p:nvSpPr>
          <p:spPr>
            <a:xfrm>
              <a:off x="748319" y="1265238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27"/>
            <p:cNvSpPr/>
            <p:nvPr/>
          </p:nvSpPr>
          <p:spPr>
            <a:xfrm>
              <a:off x="802294" y="1319213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27"/>
            <p:cNvSpPr/>
            <p:nvPr/>
          </p:nvSpPr>
          <p:spPr>
            <a:xfrm>
              <a:off x="856269" y="1373188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27"/>
            <p:cNvSpPr/>
            <p:nvPr/>
          </p:nvSpPr>
          <p:spPr>
            <a:xfrm>
              <a:off x="910244" y="1427163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27"/>
            <p:cNvSpPr/>
            <p:nvPr/>
          </p:nvSpPr>
          <p:spPr>
            <a:xfrm>
              <a:off x="964219" y="1481138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27"/>
            <p:cNvSpPr/>
            <p:nvPr/>
          </p:nvSpPr>
          <p:spPr>
            <a:xfrm>
              <a:off x="1018194" y="1536700"/>
              <a:ext cx="36513" cy="34925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27"/>
            <p:cNvSpPr/>
            <p:nvPr/>
          </p:nvSpPr>
          <p:spPr>
            <a:xfrm>
              <a:off x="1072169" y="1590675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27"/>
            <p:cNvSpPr/>
            <p:nvPr/>
          </p:nvSpPr>
          <p:spPr>
            <a:xfrm>
              <a:off x="1126144" y="164465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27"/>
            <p:cNvSpPr/>
            <p:nvPr/>
          </p:nvSpPr>
          <p:spPr>
            <a:xfrm>
              <a:off x="1180119" y="1698625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27"/>
            <p:cNvSpPr/>
            <p:nvPr/>
          </p:nvSpPr>
          <p:spPr>
            <a:xfrm>
              <a:off x="1235682" y="1752600"/>
              <a:ext cx="34925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27"/>
            <p:cNvSpPr/>
            <p:nvPr/>
          </p:nvSpPr>
          <p:spPr>
            <a:xfrm>
              <a:off x="1289657" y="1806575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27"/>
            <p:cNvSpPr/>
            <p:nvPr/>
          </p:nvSpPr>
          <p:spPr>
            <a:xfrm>
              <a:off x="1343632" y="1860550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27"/>
            <p:cNvSpPr/>
            <p:nvPr/>
          </p:nvSpPr>
          <p:spPr>
            <a:xfrm>
              <a:off x="1397607" y="1914525"/>
              <a:ext cx="36513" cy="36513"/>
            </a:xfrm>
            <a:custGeom>
              <a:rect b="b" l="l" r="r" t="t"/>
              <a:pathLst>
                <a:path extrusionOk="0" h="1102" w="1101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27"/>
            <p:cNvSpPr/>
            <p:nvPr/>
          </p:nvSpPr>
          <p:spPr>
            <a:xfrm>
              <a:off x="1451582" y="1968500"/>
              <a:ext cx="36513" cy="36513"/>
            </a:xfrm>
            <a:custGeom>
              <a:rect b="b" l="l" r="r" t="t"/>
              <a:pathLst>
                <a:path extrusionOk="0" h="1101" w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27"/>
            <p:cNvSpPr/>
            <p:nvPr/>
          </p:nvSpPr>
          <p:spPr>
            <a:xfrm>
              <a:off x="1505557" y="2022475"/>
              <a:ext cx="36513" cy="36513"/>
            </a:xfrm>
            <a:custGeom>
              <a:rect b="b" l="l" r="r" t="t"/>
              <a:pathLst>
                <a:path extrusionOk="0" h="1101" w="1102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9" name="Google Shape;2879;p27"/>
          <p:cNvSpPr/>
          <p:nvPr/>
        </p:nvSpPr>
        <p:spPr>
          <a:xfrm>
            <a:off x="8403036" y="4402536"/>
            <a:ext cx="740964" cy="740964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27"/>
          <p:cNvSpPr/>
          <p:nvPr/>
        </p:nvSpPr>
        <p:spPr>
          <a:xfrm>
            <a:off x="-1093603" y="3011591"/>
            <a:ext cx="2187206" cy="2575530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28"/>
          <p:cNvSpPr txBox="1"/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/>
              <a:t>ABC Orthodontics</a:t>
            </a:r>
            <a:endParaRPr/>
          </a:p>
        </p:txBody>
      </p:sp>
      <p:sp>
        <p:nvSpPr>
          <p:cNvPr id="2886" name="Google Shape;2886;p28"/>
          <p:cNvSpPr txBox="1"/>
          <p:nvPr>
            <p:ph idx="1" type="subTitle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Ryan, Alaina, Meerab, Omar</a:t>
            </a:r>
            <a:endParaRPr/>
          </a:p>
        </p:txBody>
      </p:sp>
      <p:grpSp>
        <p:nvGrpSpPr>
          <p:cNvPr id="2887" name="Google Shape;2887;p28"/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2888" name="Google Shape;2888;p28"/>
            <p:cNvSpPr/>
            <p:nvPr/>
          </p:nvSpPr>
          <p:spPr>
            <a:xfrm>
              <a:off x="3238240" y="323850"/>
              <a:ext cx="1654175" cy="1947863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28"/>
            <p:cNvSpPr/>
            <p:nvPr/>
          </p:nvSpPr>
          <p:spPr>
            <a:xfrm>
              <a:off x="4036753" y="947738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28"/>
            <p:cNvSpPr/>
            <p:nvPr/>
          </p:nvSpPr>
          <p:spPr>
            <a:xfrm>
              <a:off x="3724015" y="1260475"/>
              <a:ext cx="941388" cy="657225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28"/>
            <p:cNvSpPr/>
            <p:nvPr/>
          </p:nvSpPr>
          <p:spPr>
            <a:xfrm>
              <a:off x="4109778" y="1271588"/>
              <a:ext cx="403225" cy="403225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28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3" name="Google Shape;2893;p28"/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2894" name="Google Shape;2894;p28"/>
            <p:cNvSpPr/>
            <p:nvPr/>
          </p:nvSpPr>
          <p:spPr>
            <a:xfrm>
              <a:off x="3700202" y="2700338"/>
              <a:ext cx="1654175" cy="2109788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28"/>
            <p:cNvSpPr/>
            <p:nvPr/>
          </p:nvSpPr>
          <p:spPr>
            <a:xfrm>
              <a:off x="3703377" y="3690938"/>
              <a:ext cx="1117600" cy="1117600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28"/>
            <p:cNvSpPr/>
            <p:nvPr/>
          </p:nvSpPr>
          <p:spPr>
            <a:xfrm>
              <a:off x="4057390" y="3656013"/>
              <a:ext cx="935038" cy="652463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28"/>
            <p:cNvSpPr/>
            <p:nvPr/>
          </p:nvSpPr>
          <p:spPr>
            <a:xfrm>
              <a:off x="3746240" y="3967163"/>
              <a:ext cx="935038" cy="652463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28"/>
            <p:cNvSpPr/>
            <p:nvPr/>
          </p:nvSpPr>
          <p:spPr>
            <a:xfrm>
              <a:off x="4128827" y="3976688"/>
              <a:ext cx="401638" cy="401638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28"/>
            <p:cNvSpPr/>
            <p:nvPr/>
          </p:nvSpPr>
          <p:spPr>
            <a:xfrm>
              <a:off x="4211377" y="3895725"/>
              <a:ext cx="401638" cy="401638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0" name="Google Shape;2900;p28"/>
          <p:cNvSpPr/>
          <p:nvPr/>
        </p:nvSpPr>
        <p:spPr>
          <a:xfrm>
            <a:off x="7505439" y="-2014745"/>
            <a:ext cx="2187206" cy="2575530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4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29"/>
          <p:cNvSpPr txBox="1"/>
          <p:nvPr>
            <p:ph type="title"/>
          </p:nvPr>
        </p:nvSpPr>
        <p:spPr>
          <a:xfrm>
            <a:off x="-12" y="68011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ERD diagram</a:t>
            </a:r>
            <a:endParaRPr/>
          </a:p>
        </p:txBody>
      </p:sp>
      <p:sp>
        <p:nvSpPr>
          <p:cNvPr id="2906" name="Google Shape;2906;p29"/>
          <p:cNvSpPr txBox="1"/>
          <p:nvPr/>
        </p:nvSpPr>
        <p:spPr>
          <a:xfrm>
            <a:off x="731700" y="4132586"/>
            <a:ext cx="384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1000" u="sng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907" name="Google Shape;2907;p29"/>
          <p:cNvSpPr txBox="1"/>
          <p:nvPr/>
        </p:nvSpPr>
        <p:spPr>
          <a:xfrm>
            <a:off x="4572000" y="4132586"/>
            <a:ext cx="385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908" name="Google Shape;2908;p29"/>
          <p:cNvPicPr preferRelativeResize="0"/>
          <p:nvPr/>
        </p:nvPicPr>
        <p:blipFill rotWithShape="1">
          <a:blip r:embed="rId3">
            <a:alphaModFix/>
          </a:blip>
          <a:srcRect b="-1520" l="1941" r="0" t="1520"/>
          <a:stretch/>
        </p:blipFill>
        <p:spPr>
          <a:xfrm>
            <a:off x="1401150" y="622350"/>
            <a:ext cx="5554425" cy="45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30"/>
          <p:cNvSpPr/>
          <p:nvPr/>
        </p:nvSpPr>
        <p:spPr>
          <a:xfrm>
            <a:off x="5104638" y="3320957"/>
            <a:ext cx="641445" cy="470848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p30"/>
          <p:cNvSpPr/>
          <p:nvPr/>
        </p:nvSpPr>
        <p:spPr>
          <a:xfrm>
            <a:off x="1341657" y="3320957"/>
            <a:ext cx="641445" cy="470848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5" name="Google Shape;2915;p30"/>
          <p:cNvSpPr/>
          <p:nvPr/>
        </p:nvSpPr>
        <p:spPr>
          <a:xfrm>
            <a:off x="5104638" y="1850578"/>
            <a:ext cx="641445" cy="470848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6" name="Google Shape;2916;p30"/>
          <p:cNvSpPr/>
          <p:nvPr/>
        </p:nvSpPr>
        <p:spPr>
          <a:xfrm>
            <a:off x="1341657" y="1850578"/>
            <a:ext cx="641445" cy="470848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7" name="Google Shape;2917;p30"/>
          <p:cNvSpPr txBox="1"/>
          <p:nvPr>
            <p:ph type="title"/>
          </p:nvPr>
        </p:nvSpPr>
        <p:spPr>
          <a:xfrm>
            <a:off x="723900" y="595950"/>
            <a:ext cx="75210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Client Table and insertions</a:t>
            </a:r>
            <a:endParaRPr/>
          </a:p>
        </p:txBody>
      </p:sp>
      <p:pic>
        <p:nvPicPr>
          <p:cNvPr id="2918" name="Google Shape;29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63" y="1369325"/>
            <a:ext cx="38195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9" name="Google Shape;29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413" y="3152850"/>
            <a:ext cx="81819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31"/>
          <p:cNvSpPr/>
          <p:nvPr/>
        </p:nvSpPr>
        <p:spPr>
          <a:xfrm>
            <a:off x="723900" y="979884"/>
            <a:ext cx="1090940" cy="800797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p31"/>
          <p:cNvSpPr txBox="1"/>
          <p:nvPr>
            <p:ph type="title"/>
          </p:nvPr>
        </p:nvSpPr>
        <p:spPr>
          <a:xfrm>
            <a:off x="800025" y="275095"/>
            <a:ext cx="6883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 sz="3400"/>
              <a:t>Dentists table and insertions</a:t>
            </a:r>
            <a:endParaRPr sz="3400"/>
          </a:p>
        </p:txBody>
      </p:sp>
      <p:pic>
        <p:nvPicPr>
          <p:cNvPr id="2926" name="Google Shape;29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25" y="1204506"/>
            <a:ext cx="45243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7" name="Google Shape;29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23781"/>
            <a:ext cx="854392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32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Appointments Table and Insertions</a:t>
            </a:r>
            <a:endParaRPr/>
          </a:p>
        </p:txBody>
      </p:sp>
      <p:pic>
        <p:nvPicPr>
          <p:cNvPr id="2933" name="Google Shape;29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4150"/>
            <a:ext cx="4783549" cy="17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4" name="Google Shape;29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88525"/>
            <a:ext cx="8839202" cy="1428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33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Visits Table and Insertions</a:t>
            </a:r>
            <a:endParaRPr/>
          </a:p>
        </p:txBody>
      </p:sp>
      <p:pic>
        <p:nvPicPr>
          <p:cNvPr id="2940" name="Google Shape;29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4150"/>
            <a:ext cx="5232501" cy="24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1" name="Google Shape;294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934350"/>
            <a:ext cx="8839200" cy="955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34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ClientPayment Table and Insertions</a:t>
            </a:r>
            <a:endParaRPr/>
          </a:p>
        </p:txBody>
      </p:sp>
      <p:pic>
        <p:nvPicPr>
          <p:cNvPr id="2947" name="Google Shape;29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4149"/>
            <a:ext cx="74485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8" name="Google Shape;29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706349"/>
            <a:ext cx="8839200" cy="97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2" name="Shape 2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Google Shape;2953;p35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Payments Table and insertions</a:t>
            </a:r>
            <a:endParaRPr/>
          </a:p>
        </p:txBody>
      </p:sp>
      <p:pic>
        <p:nvPicPr>
          <p:cNvPr id="2954" name="Google Shape;29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4150"/>
            <a:ext cx="6048075" cy="24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5" name="Google Shape;295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902425"/>
            <a:ext cx="7952985" cy="10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p36"/>
          <p:cNvSpPr txBox="1"/>
          <p:nvPr>
            <p:ph type="title"/>
          </p:nvPr>
        </p:nvSpPr>
        <p:spPr>
          <a:xfrm>
            <a:off x="669525" y="160999"/>
            <a:ext cx="7696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InsuranceCompanyPayment Table and Insertions</a:t>
            </a:r>
            <a:endParaRPr/>
          </a:p>
        </p:txBody>
      </p:sp>
      <p:pic>
        <p:nvPicPr>
          <p:cNvPr id="2961" name="Google Shape;29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50" y="1150000"/>
            <a:ext cx="5863225" cy="22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2" name="Google Shape;296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88350"/>
            <a:ext cx="8570350" cy="14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6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Google Shape;2967;p37"/>
          <p:cNvSpPr txBox="1"/>
          <p:nvPr>
            <p:ph type="title"/>
          </p:nvPr>
        </p:nvSpPr>
        <p:spPr>
          <a:xfrm>
            <a:off x="636925" y="232799"/>
            <a:ext cx="7696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InsuranceCompany Table and Insertions</a:t>
            </a:r>
            <a:endParaRPr/>
          </a:p>
        </p:txBody>
      </p:sp>
      <p:pic>
        <p:nvPicPr>
          <p:cNvPr id="2968" name="Google Shape;29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4499"/>
            <a:ext cx="54292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9" name="Google Shape;296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96174"/>
            <a:ext cx="8839198" cy="1390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38"/>
          <p:cNvSpPr txBox="1"/>
          <p:nvPr>
            <p:ph idx="1" type="body"/>
          </p:nvPr>
        </p:nvSpPr>
        <p:spPr>
          <a:xfrm>
            <a:off x="723900" y="13294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procedure that selects all clients who have booked an appointment with a dentist with a specific specialization (using EXISTS)</a:t>
            </a:r>
            <a:endParaRPr/>
          </a:p>
        </p:txBody>
      </p:sp>
      <p:sp>
        <p:nvSpPr>
          <p:cNvPr id="2975" name="Google Shape;2975;p38"/>
          <p:cNvSpPr txBox="1"/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1:</a:t>
            </a:r>
            <a:endParaRPr/>
          </a:p>
        </p:txBody>
      </p:sp>
      <p:grpSp>
        <p:nvGrpSpPr>
          <p:cNvPr id="2976" name="Google Shape;2976;p38"/>
          <p:cNvGrpSpPr/>
          <p:nvPr/>
        </p:nvGrpSpPr>
        <p:grpSpPr>
          <a:xfrm>
            <a:off x="8035095" y="-120563"/>
            <a:ext cx="1507863" cy="1510278"/>
            <a:chOff x="39184" y="-151930"/>
            <a:chExt cx="1309806" cy="1311904"/>
          </a:xfrm>
        </p:grpSpPr>
        <p:sp>
          <p:nvSpPr>
            <p:cNvPr id="2977" name="Google Shape;2977;p38"/>
            <p:cNvSpPr/>
            <p:nvPr/>
          </p:nvSpPr>
          <p:spPr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38"/>
            <p:cNvSpPr/>
            <p:nvPr/>
          </p:nvSpPr>
          <p:spPr>
            <a:xfrm>
              <a:off x="1231442" y="614221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38"/>
            <p:cNvSpPr/>
            <p:nvPr/>
          </p:nvSpPr>
          <p:spPr>
            <a:xfrm>
              <a:off x="1160075" y="685588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38"/>
            <p:cNvSpPr/>
            <p:nvPr/>
          </p:nvSpPr>
          <p:spPr>
            <a:xfrm>
              <a:off x="1088707" y="756956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38"/>
            <p:cNvSpPr/>
            <p:nvPr/>
          </p:nvSpPr>
          <p:spPr>
            <a:xfrm>
              <a:off x="1019439" y="828324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38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38"/>
            <p:cNvSpPr/>
            <p:nvPr/>
          </p:nvSpPr>
          <p:spPr>
            <a:xfrm>
              <a:off x="876704" y="968960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38"/>
            <p:cNvSpPr/>
            <p:nvPr/>
          </p:nvSpPr>
          <p:spPr>
            <a:xfrm>
              <a:off x="805336" y="1040328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38"/>
            <p:cNvSpPr/>
            <p:nvPr/>
          </p:nvSpPr>
          <p:spPr>
            <a:xfrm>
              <a:off x="733969" y="1111695"/>
              <a:ext cx="482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38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38"/>
            <p:cNvSpPr/>
            <p:nvPr/>
          </p:nvSpPr>
          <p:spPr>
            <a:xfrm>
              <a:off x="1174769" y="557547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38"/>
            <p:cNvSpPr/>
            <p:nvPr/>
          </p:nvSpPr>
          <p:spPr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38"/>
            <p:cNvSpPr/>
            <p:nvPr/>
          </p:nvSpPr>
          <p:spPr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38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38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38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38"/>
            <p:cNvSpPr/>
            <p:nvPr/>
          </p:nvSpPr>
          <p:spPr>
            <a:xfrm>
              <a:off x="748662" y="983653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38"/>
            <p:cNvSpPr/>
            <p:nvPr/>
          </p:nvSpPr>
          <p:spPr>
            <a:xfrm>
              <a:off x="677294" y="1052922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38"/>
            <p:cNvSpPr/>
            <p:nvPr/>
          </p:nvSpPr>
          <p:spPr>
            <a:xfrm>
              <a:off x="1187363" y="427407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38"/>
            <p:cNvSpPr/>
            <p:nvPr/>
          </p:nvSpPr>
          <p:spPr>
            <a:xfrm>
              <a:off x="1115995" y="498774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38"/>
            <p:cNvSpPr/>
            <p:nvPr/>
          </p:nvSpPr>
          <p:spPr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38"/>
            <p:cNvSpPr/>
            <p:nvPr/>
          </p:nvSpPr>
          <p:spPr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38"/>
            <p:cNvSpPr/>
            <p:nvPr/>
          </p:nvSpPr>
          <p:spPr>
            <a:xfrm>
              <a:off x="901893" y="710777"/>
              <a:ext cx="48279" cy="482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38"/>
            <p:cNvSpPr/>
            <p:nvPr/>
          </p:nvSpPr>
          <p:spPr>
            <a:xfrm>
              <a:off x="832623" y="782145"/>
              <a:ext cx="46179" cy="482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38"/>
            <p:cNvSpPr/>
            <p:nvPr/>
          </p:nvSpPr>
          <p:spPr>
            <a:xfrm>
              <a:off x="761256" y="853512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38"/>
            <p:cNvSpPr/>
            <p:nvPr/>
          </p:nvSpPr>
          <p:spPr>
            <a:xfrm>
              <a:off x="689888" y="924880"/>
              <a:ext cx="48279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38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38"/>
            <p:cNvSpPr/>
            <p:nvPr/>
          </p:nvSpPr>
          <p:spPr>
            <a:xfrm>
              <a:off x="1128589" y="370732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38"/>
            <p:cNvSpPr/>
            <p:nvPr/>
          </p:nvSpPr>
          <p:spPr>
            <a:xfrm>
              <a:off x="1057221" y="44000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38"/>
            <p:cNvSpPr/>
            <p:nvPr/>
          </p:nvSpPr>
          <p:spPr>
            <a:xfrm>
              <a:off x="985854" y="51136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38"/>
            <p:cNvSpPr/>
            <p:nvPr/>
          </p:nvSpPr>
          <p:spPr>
            <a:xfrm>
              <a:off x="916585" y="58273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38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38"/>
            <p:cNvSpPr/>
            <p:nvPr/>
          </p:nvSpPr>
          <p:spPr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38"/>
            <p:cNvSpPr/>
            <p:nvPr/>
          </p:nvSpPr>
          <p:spPr>
            <a:xfrm>
              <a:off x="702483" y="796839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38"/>
            <p:cNvSpPr/>
            <p:nvPr/>
          </p:nvSpPr>
          <p:spPr>
            <a:xfrm>
              <a:off x="631115" y="86610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38"/>
            <p:cNvSpPr/>
            <p:nvPr/>
          </p:nvSpPr>
          <p:spPr>
            <a:xfrm>
              <a:off x="559747" y="93747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38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38"/>
            <p:cNvSpPr/>
            <p:nvPr/>
          </p:nvSpPr>
          <p:spPr>
            <a:xfrm>
              <a:off x="1000547" y="383327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38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38"/>
            <p:cNvSpPr/>
            <p:nvPr/>
          </p:nvSpPr>
          <p:spPr>
            <a:xfrm>
              <a:off x="857812" y="523963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38"/>
            <p:cNvSpPr/>
            <p:nvPr/>
          </p:nvSpPr>
          <p:spPr>
            <a:xfrm>
              <a:off x="786444" y="595330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38"/>
            <p:cNvSpPr/>
            <p:nvPr/>
          </p:nvSpPr>
          <p:spPr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38"/>
            <p:cNvSpPr/>
            <p:nvPr/>
          </p:nvSpPr>
          <p:spPr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38"/>
            <p:cNvSpPr/>
            <p:nvPr/>
          </p:nvSpPr>
          <p:spPr>
            <a:xfrm>
              <a:off x="574441" y="8094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38"/>
            <p:cNvSpPr/>
            <p:nvPr/>
          </p:nvSpPr>
          <p:spPr>
            <a:xfrm>
              <a:off x="503073" y="880800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38"/>
            <p:cNvSpPr/>
            <p:nvPr/>
          </p:nvSpPr>
          <p:spPr>
            <a:xfrm>
              <a:off x="1013141" y="25318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38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38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38"/>
            <p:cNvSpPr/>
            <p:nvPr/>
          </p:nvSpPr>
          <p:spPr>
            <a:xfrm>
              <a:off x="799039" y="467288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38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38"/>
            <p:cNvSpPr/>
            <p:nvPr/>
          </p:nvSpPr>
          <p:spPr>
            <a:xfrm>
              <a:off x="658403" y="60792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38"/>
            <p:cNvSpPr/>
            <p:nvPr/>
          </p:nvSpPr>
          <p:spPr>
            <a:xfrm>
              <a:off x="587035" y="67929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38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38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38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38"/>
            <p:cNvSpPr/>
            <p:nvPr/>
          </p:nvSpPr>
          <p:spPr>
            <a:xfrm>
              <a:off x="885100" y="267879"/>
              <a:ext cx="46179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38"/>
            <p:cNvSpPr/>
            <p:nvPr/>
          </p:nvSpPr>
          <p:spPr>
            <a:xfrm>
              <a:off x="813732" y="337148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38"/>
            <p:cNvSpPr/>
            <p:nvPr/>
          </p:nvSpPr>
          <p:spPr>
            <a:xfrm>
              <a:off x="742364" y="408515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38"/>
            <p:cNvSpPr/>
            <p:nvPr/>
          </p:nvSpPr>
          <p:spPr>
            <a:xfrm>
              <a:off x="670997" y="47988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38"/>
            <p:cNvSpPr/>
            <p:nvPr/>
          </p:nvSpPr>
          <p:spPr>
            <a:xfrm>
              <a:off x="599629" y="55125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38"/>
            <p:cNvSpPr/>
            <p:nvPr/>
          </p:nvSpPr>
          <p:spPr>
            <a:xfrm>
              <a:off x="528262" y="622618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38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38"/>
            <p:cNvSpPr/>
            <p:nvPr/>
          </p:nvSpPr>
          <p:spPr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38"/>
            <p:cNvSpPr/>
            <p:nvPr/>
          </p:nvSpPr>
          <p:spPr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38"/>
            <p:cNvSpPr/>
            <p:nvPr/>
          </p:nvSpPr>
          <p:spPr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38"/>
            <p:cNvSpPr/>
            <p:nvPr/>
          </p:nvSpPr>
          <p:spPr>
            <a:xfrm>
              <a:off x="754959" y="280473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38"/>
            <p:cNvSpPr/>
            <p:nvPr/>
          </p:nvSpPr>
          <p:spPr>
            <a:xfrm>
              <a:off x="683591" y="351841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38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38"/>
            <p:cNvSpPr/>
            <p:nvPr/>
          </p:nvSpPr>
          <p:spPr>
            <a:xfrm>
              <a:off x="542955" y="492477"/>
              <a:ext cx="46179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38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38"/>
            <p:cNvSpPr/>
            <p:nvPr/>
          </p:nvSpPr>
          <p:spPr>
            <a:xfrm>
              <a:off x="400220" y="63521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38"/>
            <p:cNvSpPr/>
            <p:nvPr/>
          </p:nvSpPr>
          <p:spPr>
            <a:xfrm>
              <a:off x="328852" y="70658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38"/>
            <p:cNvSpPr/>
            <p:nvPr/>
          </p:nvSpPr>
          <p:spPr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38"/>
            <p:cNvSpPr/>
            <p:nvPr/>
          </p:nvSpPr>
          <p:spPr>
            <a:xfrm>
              <a:off x="767553" y="150333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38"/>
            <p:cNvSpPr/>
            <p:nvPr/>
          </p:nvSpPr>
          <p:spPr>
            <a:xfrm>
              <a:off x="696185" y="22170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38"/>
            <p:cNvSpPr/>
            <p:nvPr/>
          </p:nvSpPr>
          <p:spPr>
            <a:xfrm>
              <a:off x="626917" y="293068"/>
              <a:ext cx="46179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38"/>
            <p:cNvSpPr/>
            <p:nvPr/>
          </p:nvSpPr>
          <p:spPr>
            <a:xfrm>
              <a:off x="555549" y="36443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38"/>
            <p:cNvSpPr/>
            <p:nvPr/>
          </p:nvSpPr>
          <p:spPr>
            <a:xfrm>
              <a:off x="484182" y="435803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38"/>
            <p:cNvSpPr/>
            <p:nvPr/>
          </p:nvSpPr>
          <p:spPr>
            <a:xfrm>
              <a:off x="412814" y="507170"/>
              <a:ext cx="48278" cy="46179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38"/>
            <p:cNvSpPr/>
            <p:nvPr/>
          </p:nvSpPr>
          <p:spPr>
            <a:xfrm>
              <a:off x="341447" y="576439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38"/>
            <p:cNvSpPr/>
            <p:nvPr/>
          </p:nvSpPr>
          <p:spPr>
            <a:xfrm>
              <a:off x="270079" y="64780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38"/>
            <p:cNvSpPr/>
            <p:nvPr/>
          </p:nvSpPr>
          <p:spPr>
            <a:xfrm>
              <a:off x="782246" y="22291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38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38"/>
            <p:cNvSpPr/>
            <p:nvPr/>
          </p:nvSpPr>
          <p:spPr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38"/>
            <p:cNvSpPr/>
            <p:nvPr/>
          </p:nvSpPr>
          <p:spPr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38"/>
            <p:cNvSpPr/>
            <p:nvPr/>
          </p:nvSpPr>
          <p:spPr>
            <a:xfrm>
              <a:off x="496776" y="305662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38"/>
            <p:cNvSpPr/>
            <p:nvPr/>
          </p:nvSpPr>
          <p:spPr>
            <a:xfrm>
              <a:off x="425408" y="377030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38"/>
            <p:cNvSpPr/>
            <p:nvPr/>
          </p:nvSpPr>
          <p:spPr>
            <a:xfrm>
              <a:off x="356140" y="448397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38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38"/>
            <p:cNvSpPr/>
            <p:nvPr/>
          </p:nvSpPr>
          <p:spPr>
            <a:xfrm>
              <a:off x="213405" y="591132"/>
              <a:ext cx="48278" cy="46179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38"/>
            <p:cNvSpPr/>
            <p:nvPr/>
          </p:nvSpPr>
          <p:spPr>
            <a:xfrm>
              <a:off x="723473" y="-36482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38"/>
            <p:cNvSpPr/>
            <p:nvPr/>
          </p:nvSpPr>
          <p:spPr>
            <a:xfrm>
              <a:off x="652105" y="34885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38"/>
            <p:cNvSpPr/>
            <p:nvPr/>
          </p:nvSpPr>
          <p:spPr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38"/>
            <p:cNvSpPr/>
            <p:nvPr/>
          </p:nvSpPr>
          <p:spPr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38"/>
            <p:cNvSpPr/>
            <p:nvPr/>
          </p:nvSpPr>
          <p:spPr>
            <a:xfrm>
              <a:off x="440102" y="248988"/>
              <a:ext cx="46179" cy="46179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38"/>
            <p:cNvSpPr/>
            <p:nvPr/>
          </p:nvSpPr>
          <p:spPr>
            <a:xfrm>
              <a:off x="368734" y="318256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38"/>
            <p:cNvSpPr/>
            <p:nvPr/>
          </p:nvSpPr>
          <p:spPr>
            <a:xfrm>
              <a:off x="297367" y="389624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38"/>
            <p:cNvSpPr/>
            <p:nvPr/>
          </p:nvSpPr>
          <p:spPr>
            <a:xfrm>
              <a:off x="225999" y="46099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38"/>
            <p:cNvSpPr/>
            <p:nvPr/>
          </p:nvSpPr>
          <p:spPr>
            <a:xfrm>
              <a:off x="154631" y="532359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38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38"/>
            <p:cNvSpPr/>
            <p:nvPr/>
          </p:nvSpPr>
          <p:spPr>
            <a:xfrm>
              <a:off x="593332" y="-23888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38"/>
            <p:cNvSpPr/>
            <p:nvPr/>
          </p:nvSpPr>
          <p:spPr>
            <a:xfrm>
              <a:off x="524064" y="47479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38"/>
            <p:cNvSpPr/>
            <p:nvPr/>
          </p:nvSpPr>
          <p:spPr>
            <a:xfrm>
              <a:off x="452696" y="118847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38"/>
            <p:cNvSpPr/>
            <p:nvPr/>
          </p:nvSpPr>
          <p:spPr>
            <a:xfrm>
              <a:off x="381328" y="19021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38"/>
            <p:cNvSpPr/>
            <p:nvPr/>
          </p:nvSpPr>
          <p:spPr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38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38"/>
            <p:cNvSpPr/>
            <p:nvPr/>
          </p:nvSpPr>
          <p:spPr>
            <a:xfrm>
              <a:off x="167226" y="404317"/>
              <a:ext cx="48278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38"/>
            <p:cNvSpPr/>
            <p:nvPr/>
          </p:nvSpPr>
          <p:spPr>
            <a:xfrm>
              <a:off x="97957" y="473586"/>
              <a:ext cx="46179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38"/>
            <p:cNvSpPr/>
            <p:nvPr/>
          </p:nvSpPr>
          <p:spPr>
            <a:xfrm>
              <a:off x="608025" y="-151930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38"/>
            <p:cNvSpPr/>
            <p:nvPr/>
          </p:nvSpPr>
          <p:spPr>
            <a:xfrm>
              <a:off x="536658" y="-80562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38"/>
            <p:cNvSpPr/>
            <p:nvPr/>
          </p:nvSpPr>
          <p:spPr>
            <a:xfrm>
              <a:off x="465290" y="-9195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38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38"/>
            <p:cNvSpPr/>
            <p:nvPr/>
          </p:nvSpPr>
          <p:spPr>
            <a:xfrm>
              <a:off x="322555" y="131441"/>
              <a:ext cx="48278" cy="48278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38"/>
            <p:cNvSpPr/>
            <p:nvPr/>
          </p:nvSpPr>
          <p:spPr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38"/>
            <p:cNvSpPr/>
            <p:nvPr/>
          </p:nvSpPr>
          <p:spPr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110552" y="345544"/>
              <a:ext cx="48278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39184" y="416911"/>
              <a:ext cx="48278" cy="48278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94" name="Google Shape;30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88" y="1890525"/>
            <a:ext cx="601027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5" name="Google Shape;309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1920076"/>
            <a:ext cx="6487400" cy="25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39"/>
          <p:cNvSpPr txBox="1"/>
          <p:nvPr>
            <p:ph idx="1" type="body"/>
          </p:nvPr>
        </p:nvSpPr>
        <p:spPr>
          <a:xfrm>
            <a:off x="723900" y="1760300"/>
            <a:ext cx="2547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101" name="Google Shape;3101;p39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1 Result:</a:t>
            </a:r>
            <a:endParaRPr/>
          </a:p>
        </p:txBody>
      </p:sp>
      <p:grpSp>
        <p:nvGrpSpPr>
          <p:cNvPr id="3102" name="Google Shape;3102;p39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103" name="Google Shape;3103;p39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39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39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39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39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39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39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39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39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39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3" name="Google Shape;3113;p39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4" name="Google Shape;3114;p39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p39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p39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p39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39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p39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p39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p39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p39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p39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p39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p39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p39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39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39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39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39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39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39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39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39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39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39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7" name="Google Shape;3137;p39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8" name="Google Shape;3138;p39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9" name="Google Shape;3139;p39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0" name="Google Shape;3140;p39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p39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39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p39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4" name="Google Shape;3144;p39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Google Shape;3145;p39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6" name="Google Shape;3146;p39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7" name="Google Shape;3147;p39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p39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p39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p39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39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p39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p39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p39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p39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p39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p39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39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p39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39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39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39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39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39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39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39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39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39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39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39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39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39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39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39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p39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p39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p39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p39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9" name="Google Shape;3179;p39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0" name="Google Shape;3180;p39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p39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p39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p39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p39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p39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p39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p39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p39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39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39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p39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p39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p39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p39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p39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p39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p39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p39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p39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39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p39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p39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39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4" name="Google Shape;3204;p39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p39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39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7" name="Google Shape;3207;p39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p39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p39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39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1" name="Google Shape;3211;p39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2" name="Google Shape;3212;p39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p39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p39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p39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6" name="Google Shape;3216;p39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39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p39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p39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20" name="Google Shape;32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389700"/>
            <a:ext cx="7696200" cy="251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40"/>
          <p:cNvSpPr txBox="1"/>
          <p:nvPr>
            <p:ph idx="1" type="body"/>
          </p:nvPr>
        </p:nvSpPr>
        <p:spPr>
          <a:xfrm>
            <a:off x="723900" y="13294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Create a function that gets and shows all clients whose emails end with ‘@gmail.com’.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226" name="Google Shape;3226;p40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Queries 2	</a:t>
            </a:r>
            <a:endParaRPr/>
          </a:p>
        </p:txBody>
      </p:sp>
      <p:grpSp>
        <p:nvGrpSpPr>
          <p:cNvPr id="3227" name="Google Shape;3227;p40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228" name="Google Shape;3228;p4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p40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p40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p40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p40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p4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p40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p40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p40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p4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p40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p4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p4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p4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p4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p4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p40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p40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p40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p40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p4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p4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40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p40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p40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40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p4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40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40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40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40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4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4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40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40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40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4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40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4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40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40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4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4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40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40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40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p4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p4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p40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4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p40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40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4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4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4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40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40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40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40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40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40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p4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p4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p4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p4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p40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40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4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40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4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40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40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4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p40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p40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p40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p40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40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40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p40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p40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p40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p4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p4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p4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p40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p40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40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4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40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40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40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4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4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40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40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40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p40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p40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4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40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40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40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p40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p4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p4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40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p40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40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p40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p40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4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p40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4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4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40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40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45" name="Google Shape;33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70798"/>
            <a:ext cx="9144000" cy="1751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p41"/>
          <p:cNvSpPr txBox="1"/>
          <p:nvPr>
            <p:ph idx="1" type="body"/>
          </p:nvPr>
        </p:nvSpPr>
        <p:spPr>
          <a:xfrm>
            <a:off x="723900" y="1760300"/>
            <a:ext cx="2547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351" name="Google Shape;3351;p41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2 Result:</a:t>
            </a:r>
            <a:endParaRPr/>
          </a:p>
        </p:txBody>
      </p:sp>
      <p:grpSp>
        <p:nvGrpSpPr>
          <p:cNvPr id="3352" name="Google Shape;3352;p41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353" name="Google Shape;3353;p41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41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41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41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41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p41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41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41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41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41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41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p41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p41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p41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p41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41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41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41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41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41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41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41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41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41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41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41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p41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p41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41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41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41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41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41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41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41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41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41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41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p41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p41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41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41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41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41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p41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p41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p41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p41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p41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41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p41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p41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41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41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41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41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41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p41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p41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2" name="Google Shape;3412;p41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41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41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41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41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41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41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41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41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41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41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41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41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41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p41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41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41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41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41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41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2" name="Google Shape;3432;p41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p41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p41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5" name="Google Shape;3435;p41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6" name="Google Shape;3436;p41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p41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8" name="Google Shape;3438;p41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9" name="Google Shape;3439;p41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p41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1" name="Google Shape;3441;p41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41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p41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p41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p41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p41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41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p41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p41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p41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p41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p41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p41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p41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5" name="Google Shape;3455;p41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p41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p41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p41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p41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41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p41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41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p41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p41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p41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p41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p41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p41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p41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70" name="Google Shape;347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313254"/>
            <a:ext cx="6500550" cy="29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4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Google Shape;3475;p42"/>
          <p:cNvSpPr txBox="1"/>
          <p:nvPr>
            <p:ph idx="1" type="body"/>
          </p:nvPr>
        </p:nvSpPr>
        <p:spPr>
          <a:xfrm>
            <a:off x="723900" y="1054725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Create a sequence beginning with a value of 901 and that increments by 1. Then begin a transaction that updates all the PaymentIDs of the Payment table with the sequence. If any of them equal 904, then the transaction will be rollbacked; else, transaction commits.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476" name="Google Shape;3476;p42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Queries 3</a:t>
            </a:r>
            <a:endParaRPr/>
          </a:p>
        </p:txBody>
      </p:sp>
      <p:grpSp>
        <p:nvGrpSpPr>
          <p:cNvPr id="3477" name="Google Shape;3477;p42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478" name="Google Shape;3478;p4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p42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p42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42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p42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p4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42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p42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p42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p4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p42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p4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p4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p4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p4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p4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p42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p42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p42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p42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p4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p4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p42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p42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p42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3" name="Google Shape;3503;p42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p4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p42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p42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7" name="Google Shape;3507;p42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p42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9" name="Google Shape;3509;p4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p4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42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p42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p42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4" name="Google Shape;3514;p4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5" name="Google Shape;3515;p42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6" name="Google Shape;3516;p4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p42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p42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p4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p4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Google Shape;3521;p42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p42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p42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p4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p4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p42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p4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p42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42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4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4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p4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p42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p42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5" name="Google Shape;3535;p42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6" name="Google Shape;3536;p42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7" name="Google Shape;3537;p42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8" name="Google Shape;3538;p42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9" name="Google Shape;3539;p4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0" name="Google Shape;3540;p4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1" name="Google Shape;3541;p4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2" name="Google Shape;3542;p4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3" name="Google Shape;3543;p42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4" name="Google Shape;3544;p42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5" name="Google Shape;3545;p4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p42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7" name="Google Shape;3547;p4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8" name="Google Shape;3548;p42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9" name="Google Shape;3549;p42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p4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1" name="Google Shape;3551;p42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p42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p42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p42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p42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p42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p42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p42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p42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p4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p4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2" name="Google Shape;3562;p4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3" name="Google Shape;3563;p42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4" name="Google Shape;3564;p42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p42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p4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p42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p42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p42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p4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p4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p42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p42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p42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p42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p42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p4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p42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42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p42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p42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p4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p4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p42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p42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p42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7" name="Google Shape;3587;p42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p42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Google Shape;3589;p4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p42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p4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p4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3" name="Google Shape;3593;p42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p42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95" name="Google Shape;35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562100"/>
            <a:ext cx="4409425" cy="33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43"/>
          <p:cNvSpPr txBox="1"/>
          <p:nvPr>
            <p:ph idx="1" type="body"/>
          </p:nvPr>
        </p:nvSpPr>
        <p:spPr>
          <a:xfrm>
            <a:off x="723900" y="1760300"/>
            <a:ext cx="2547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601" name="Google Shape;3601;p43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3 Result:</a:t>
            </a:r>
            <a:endParaRPr/>
          </a:p>
        </p:txBody>
      </p:sp>
      <p:grpSp>
        <p:nvGrpSpPr>
          <p:cNvPr id="3602" name="Google Shape;3602;p43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603" name="Google Shape;3603;p4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43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43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43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p43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p43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p43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p43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p43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p43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p43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p4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p4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p43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7" name="Google Shape;3617;p43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p43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p43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p43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43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43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4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4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43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p43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p43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p43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p43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p43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p43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43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p43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p43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p4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p43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p43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p43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p43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p43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p43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p43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p43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4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4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p43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p43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p43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43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43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43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p43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p43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p43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p43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p43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p43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p43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p43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p43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p43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p43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43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43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4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4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p4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p43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p43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0" name="Google Shape;3670;p43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p43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p43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p43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p43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p4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p43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p43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p43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p43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p43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43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p43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p43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p43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p43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p4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p4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p43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p43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p43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p43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p43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p43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p43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p4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p4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p43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p43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p43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p43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p43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p43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p43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p43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p43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p43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p4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p43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p43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p43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p43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p43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p43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p43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p43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p4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p4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p43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p43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20" name="Google Shape;372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191750"/>
            <a:ext cx="3939642" cy="38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1" name="Google Shape;372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5831" y="1191750"/>
            <a:ext cx="3275002" cy="38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5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p44"/>
          <p:cNvSpPr txBox="1"/>
          <p:nvPr>
            <p:ph idx="1" type="body"/>
          </p:nvPr>
        </p:nvSpPr>
        <p:spPr>
          <a:xfrm>
            <a:off x="723900" y="13294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Create an index for performance on the ClientID foreign key  in the Appointments table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727" name="Google Shape;3727;p44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4:</a:t>
            </a:r>
            <a:endParaRPr/>
          </a:p>
        </p:txBody>
      </p:sp>
      <p:grpSp>
        <p:nvGrpSpPr>
          <p:cNvPr id="3728" name="Google Shape;3728;p44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729" name="Google Shape;3729;p44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p44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p44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p44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p44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p44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p44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p44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p44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p44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p44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p44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p44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p44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p44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p44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p44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6" name="Google Shape;3746;p44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p44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p44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p44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p44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p44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p44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p44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p44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p44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p44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p44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p44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p44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p44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p44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p44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p44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p44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p44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p44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p44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p44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p44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p44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p44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p44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p44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p44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p44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44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44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44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44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44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p44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p44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p44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p44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44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p44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7" name="Google Shape;3787;p44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8" name="Google Shape;3788;p44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" name="Google Shape;3789;p44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p44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p44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p44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p44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p44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p44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p44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p44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p44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p44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p44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p44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p44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p44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p44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p44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p44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p44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p44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p44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p44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p44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p44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p44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p44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p44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p44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p44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p44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p44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p44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p44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p44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p44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p44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p44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p44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p44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p44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p44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p44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p44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p44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p44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4" name="Google Shape;3834;p44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5" name="Google Shape;3835;p44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p44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p44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p44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p44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p44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p44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p44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p44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p44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p44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46" name="Google Shape;38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88" y="1672838"/>
            <a:ext cx="6143625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p45"/>
          <p:cNvSpPr txBox="1"/>
          <p:nvPr>
            <p:ph idx="1" type="body"/>
          </p:nvPr>
        </p:nvSpPr>
        <p:spPr>
          <a:xfrm>
            <a:off x="732975" y="11011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Create a view of all </a:t>
            </a:r>
            <a:r>
              <a:rPr lang="en"/>
              <a:t>client information and their </a:t>
            </a:r>
            <a:r>
              <a:rPr lang="en"/>
              <a:t>appointments</a:t>
            </a:r>
            <a:r>
              <a:rPr lang="en"/>
              <a:t> details.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852" name="Google Shape;3852;p45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5:</a:t>
            </a:r>
            <a:endParaRPr/>
          </a:p>
        </p:txBody>
      </p:sp>
      <p:grpSp>
        <p:nvGrpSpPr>
          <p:cNvPr id="3853" name="Google Shape;3853;p45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854" name="Google Shape;3854;p4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p45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6" name="Google Shape;3856;p45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p45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8" name="Google Shape;3858;p45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p4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p45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1" name="Google Shape;3861;p45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2" name="Google Shape;3862;p45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3" name="Google Shape;3863;p4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4" name="Google Shape;3864;p45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p4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6" name="Google Shape;3866;p4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p4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8" name="Google Shape;3868;p4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9" name="Google Shape;3869;p4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0" name="Google Shape;3870;p45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p45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p45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3" name="Google Shape;3873;p45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p4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5" name="Google Shape;3875;p4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6" name="Google Shape;3876;p45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7" name="Google Shape;3877;p45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8" name="Google Shape;3878;p45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9" name="Google Shape;3879;p45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p4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p45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p45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p45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4" name="Google Shape;3884;p45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p4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p4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p45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p45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p45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p4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p45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p4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p45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p45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p4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p4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p45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p45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9" name="Google Shape;3899;p45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0" name="Google Shape;3900;p4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1" name="Google Shape;3901;p4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2" name="Google Shape;3902;p45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p4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4" name="Google Shape;3904;p45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5" name="Google Shape;3905;p45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6" name="Google Shape;3906;p4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7" name="Google Shape;3907;p4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8" name="Google Shape;3908;p4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9" name="Google Shape;3909;p45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0" name="Google Shape;3910;p45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1" name="Google Shape;3911;p45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2" name="Google Shape;3912;p45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3" name="Google Shape;3913;p45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4" name="Google Shape;3914;p45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5" name="Google Shape;3915;p4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6" name="Google Shape;3916;p4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7" name="Google Shape;3917;p4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8" name="Google Shape;3918;p4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9" name="Google Shape;3919;p45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p45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1" name="Google Shape;3921;p4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2" name="Google Shape;3922;p45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3" name="Google Shape;3923;p4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4" name="Google Shape;3924;p45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5" name="Google Shape;3925;p45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6" name="Google Shape;3926;p4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7" name="Google Shape;3927;p45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8" name="Google Shape;3928;p45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9" name="Google Shape;3929;p45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0" name="Google Shape;3930;p45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1" name="Google Shape;3931;p45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2" name="Google Shape;3932;p45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3" name="Google Shape;3933;p45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4" name="Google Shape;3934;p45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5" name="Google Shape;3935;p45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6" name="Google Shape;3936;p4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7" name="Google Shape;3937;p4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8" name="Google Shape;3938;p4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9" name="Google Shape;3939;p45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0" name="Google Shape;3940;p45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1" name="Google Shape;3941;p45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4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3" name="Google Shape;3943;p45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4" name="Google Shape;3944;p45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5" name="Google Shape;3945;p45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6" name="Google Shape;3946;p4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7" name="Google Shape;3947;p4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8" name="Google Shape;3948;p45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9" name="Google Shape;3949;p45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0" name="Google Shape;3950;p45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1" name="Google Shape;3951;p45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2" name="Google Shape;3952;p45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p4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4" name="Google Shape;3954;p45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p45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6" name="Google Shape;3956;p45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7" name="Google Shape;3957;p45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8" name="Google Shape;3958;p4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9" name="Google Shape;3959;p4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0" name="Google Shape;3960;p45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1" name="Google Shape;3961;p45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2" name="Google Shape;3962;p45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45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4" name="Google Shape;3964;p45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5" name="Google Shape;3965;p4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6" name="Google Shape;3966;p45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7" name="Google Shape;3967;p4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8" name="Google Shape;3968;p4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9" name="Google Shape;3969;p45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0" name="Google Shape;3970;p45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71" name="Google Shape;39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71" y="1554725"/>
            <a:ext cx="3641150" cy="3283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p46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5 Result:</a:t>
            </a:r>
            <a:endParaRPr/>
          </a:p>
        </p:txBody>
      </p:sp>
      <p:pic>
        <p:nvPicPr>
          <p:cNvPr id="3977" name="Google Shape;397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4999"/>
            <a:ext cx="8839197" cy="1582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47"/>
          <p:cNvSpPr txBox="1"/>
          <p:nvPr>
            <p:ph idx="1" type="body"/>
          </p:nvPr>
        </p:nvSpPr>
        <p:spPr>
          <a:xfrm>
            <a:off x="723900" y="13294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Create a trigger to prevent creation,deletion,and alteration on database.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983" name="Google Shape;3983;p47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6:</a:t>
            </a:r>
            <a:endParaRPr/>
          </a:p>
        </p:txBody>
      </p:sp>
      <p:grpSp>
        <p:nvGrpSpPr>
          <p:cNvPr id="3984" name="Google Shape;3984;p47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3985" name="Google Shape;3985;p4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p47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7" name="Google Shape;3987;p47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47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p47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0" name="Google Shape;3990;p47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p47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2" name="Google Shape;3992;p47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3" name="Google Shape;3993;p47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4" name="Google Shape;3994;p47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p47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6" name="Google Shape;3996;p4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7" name="Google Shape;3997;p4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8" name="Google Shape;3998;p47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9" name="Google Shape;3999;p47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0" name="Google Shape;4000;p47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1" name="Google Shape;4001;p47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2" name="Google Shape;4002;p47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3" name="Google Shape;4003;p47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4" name="Google Shape;4004;p47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5" name="Google Shape;4005;p4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6" name="Google Shape;4006;p4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7" name="Google Shape;4007;p47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8" name="Google Shape;4008;p47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9" name="Google Shape;4009;p47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47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1" name="Google Shape;4011;p47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2" name="Google Shape;4012;p47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3" name="Google Shape;4013;p47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4" name="Google Shape;4014;p47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5" name="Google Shape;4015;p47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6" name="Google Shape;4016;p47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7" name="Google Shape;4017;p4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8" name="Google Shape;4018;p47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9" name="Google Shape;4019;p47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0" name="Google Shape;4020;p47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1" name="Google Shape;4021;p47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2" name="Google Shape;4022;p47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3" name="Google Shape;4023;p47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47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47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4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4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47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9" name="Google Shape;4029;p47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0" name="Google Shape;4030;p47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1" name="Google Shape;4031;p47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2" name="Google Shape;4032;p47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3" name="Google Shape;4033;p47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4" name="Google Shape;4034;p47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5" name="Google Shape;4035;p47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6" name="Google Shape;4036;p47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7" name="Google Shape;4037;p47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8" name="Google Shape;4038;p47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9" name="Google Shape;4039;p47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0" name="Google Shape;4040;p47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1" name="Google Shape;4041;p47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2" name="Google Shape;4042;p47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3" name="Google Shape;4043;p47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4" name="Google Shape;4044;p47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p47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p47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p4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8" name="Google Shape;4048;p4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p4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p47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p47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2" name="Google Shape;4052;p47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3" name="Google Shape;4053;p47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p47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5" name="Google Shape;4055;p47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6" name="Google Shape;4056;p47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7" name="Google Shape;4057;p4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8" name="Google Shape;4058;p47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9" name="Google Shape;4059;p47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p47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p47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p47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3" name="Google Shape;4063;p47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4" name="Google Shape;4064;p47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5" name="Google Shape;4065;p47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6" name="Google Shape;4066;p47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7" name="Google Shape;4067;p47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8" name="Google Shape;4068;p4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9" name="Google Shape;4069;p4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0" name="Google Shape;4070;p47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1" name="Google Shape;4071;p47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2" name="Google Shape;4072;p47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3" name="Google Shape;4073;p47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4" name="Google Shape;4074;p47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5" name="Google Shape;4075;p47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6" name="Google Shape;4076;p47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7" name="Google Shape;4077;p4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8" name="Google Shape;4078;p4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9" name="Google Shape;4079;p47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0" name="Google Shape;4080;p47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1" name="Google Shape;4081;p47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2" name="Google Shape;4082;p47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3" name="Google Shape;4083;p47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4" name="Google Shape;4084;p47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5" name="Google Shape;4085;p47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6" name="Google Shape;4086;p47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7" name="Google Shape;4087;p47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8" name="Google Shape;4088;p47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9" name="Google Shape;4089;p4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0" name="Google Shape;4090;p47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1" name="Google Shape;4091;p47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2" name="Google Shape;4092;p47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p47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4" name="Google Shape;4094;p47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5" name="Google Shape;4095;p47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p47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7" name="Google Shape;4097;p47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8" name="Google Shape;4098;p4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9" name="Google Shape;4099;p4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0" name="Google Shape;4100;p47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1" name="Google Shape;4101;p47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02" name="Google Shape;410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00" y="1788450"/>
            <a:ext cx="5828550" cy="17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6" name="Shape 4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Google Shape;4107;p48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6 Result:</a:t>
            </a:r>
            <a:endParaRPr/>
          </a:p>
        </p:txBody>
      </p:sp>
      <p:pic>
        <p:nvPicPr>
          <p:cNvPr id="4108" name="Google Shape;410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496775"/>
            <a:ext cx="6525474" cy="24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2" name="Shape 4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3" name="Google Shape;4113;p49"/>
          <p:cNvSpPr txBox="1"/>
          <p:nvPr>
            <p:ph idx="1" type="body"/>
          </p:nvPr>
        </p:nvSpPr>
        <p:spPr>
          <a:xfrm>
            <a:off x="723900" y="13294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Retrieve the number of Appointments done monthly.</a:t>
            </a:r>
            <a:endParaRPr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114" name="Google Shape;4114;p49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7:</a:t>
            </a:r>
            <a:endParaRPr/>
          </a:p>
        </p:txBody>
      </p:sp>
      <p:grpSp>
        <p:nvGrpSpPr>
          <p:cNvPr id="4115" name="Google Shape;4115;p49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4116" name="Google Shape;4116;p49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p49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p49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p49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p49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1" name="Google Shape;4121;p49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2" name="Google Shape;4122;p49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3" name="Google Shape;4123;p49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4" name="Google Shape;4124;p49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5" name="Google Shape;4125;p49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6" name="Google Shape;4126;p49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7" name="Google Shape;4127;p49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8" name="Google Shape;4128;p49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9" name="Google Shape;4129;p49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0" name="Google Shape;4130;p49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p49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2" name="Google Shape;4132;p49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3" name="Google Shape;4133;p49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4" name="Google Shape;4134;p49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p49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p49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7" name="Google Shape;4137;p49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8" name="Google Shape;4138;p49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9" name="Google Shape;4139;p49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0" name="Google Shape;4140;p49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1" name="Google Shape;4141;p49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2" name="Google Shape;4142;p49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3" name="Google Shape;4143;p49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4" name="Google Shape;4144;p49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p49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p49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49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8" name="Google Shape;4148;p49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9" name="Google Shape;4149;p49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0" name="Google Shape;4150;p49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p49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p49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p49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p49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5" name="Google Shape;4155;p49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6" name="Google Shape;4156;p49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p49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8" name="Google Shape;4158;p49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49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0" name="Google Shape;4160;p49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1" name="Google Shape;4161;p49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2" name="Google Shape;4162;p49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3" name="Google Shape;4163;p49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4" name="Google Shape;4164;p49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p49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6" name="Google Shape;4166;p49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7" name="Google Shape;4167;p49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49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p49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49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1" name="Google Shape;4171;p49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2" name="Google Shape;4172;p49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3" name="Google Shape;4173;p49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4" name="Google Shape;4174;p49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p49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p49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7" name="Google Shape;4177;p49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8" name="Google Shape;4178;p49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9" name="Google Shape;4179;p49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0" name="Google Shape;4180;p49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1" name="Google Shape;4181;p49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49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49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49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49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49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49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49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p49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p49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p49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p49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3" name="Google Shape;4193;p49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p49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5" name="Google Shape;4195;p49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6" name="Google Shape;4196;p49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7" name="Google Shape;4197;p49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8" name="Google Shape;4198;p49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9" name="Google Shape;4199;p49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p49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p49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p49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49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49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5" name="Google Shape;4205;p49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6" name="Google Shape;4206;p49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p49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8" name="Google Shape;4208;p49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p49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0" name="Google Shape;4210;p49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p49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2" name="Google Shape;4212;p49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3" name="Google Shape;4213;p49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4" name="Google Shape;4214;p49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5" name="Google Shape;4215;p49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p49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7" name="Google Shape;4217;p49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8" name="Google Shape;4218;p49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9" name="Google Shape;4219;p49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0" name="Google Shape;4220;p49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p49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p49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3" name="Google Shape;4223;p49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4" name="Google Shape;4224;p49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5" name="Google Shape;4225;p49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6" name="Google Shape;4226;p49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p49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8" name="Google Shape;4228;p49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9" name="Google Shape;4229;p49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0" name="Google Shape;4230;p49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1" name="Google Shape;4231;p49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2" name="Google Shape;4232;p49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33" name="Google Shape;42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500" y="1845738"/>
            <a:ext cx="74676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7" name="Shape 4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8" name="Google Shape;4238;p50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7 Result:</a:t>
            </a:r>
            <a:endParaRPr/>
          </a:p>
        </p:txBody>
      </p:sp>
      <p:pic>
        <p:nvPicPr>
          <p:cNvPr id="4239" name="Google Shape;42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566350"/>
            <a:ext cx="5068325" cy="2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3" name="Shape 4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4" name="Google Shape;4244;p51"/>
          <p:cNvSpPr txBox="1"/>
          <p:nvPr>
            <p:ph idx="1" type="body"/>
          </p:nvPr>
        </p:nvSpPr>
        <p:spPr>
          <a:xfrm>
            <a:off x="723900" y="11917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Create a procedure that calculates the total bill amount for a given client.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245" name="Google Shape;4245;p51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8:</a:t>
            </a:r>
            <a:endParaRPr/>
          </a:p>
        </p:txBody>
      </p:sp>
      <p:grpSp>
        <p:nvGrpSpPr>
          <p:cNvPr id="4246" name="Google Shape;4246;p51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4247" name="Google Shape;4247;p51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8" name="Google Shape;4248;p51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9" name="Google Shape;4249;p51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0" name="Google Shape;4250;p51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1" name="Google Shape;4251;p51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2" name="Google Shape;4252;p51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3" name="Google Shape;4253;p51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4" name="Google Shape;4254;p51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5" name="Google Shape;4255;p51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6" name="Google Shape;4256;p51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7" name="Google Shape;4257;p51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8" name="Google Shape;4258;p51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9" name="Google Shape;4259;p51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0" name="Google Shape;4260;p51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1" name="Google Shape;4261;p51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2" name="Google Shape;4262;p51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3" name="Google Shape;4263;p51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4" name="Google Shape;4264;p51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5" name="Google Shape;4265;p51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6" name="Google Shape;4266;p51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7" name="Google Shape;4267;p51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8" name="Google Shape;4268;p51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9" name="Google Shape;4269;p51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0" name="Google Shape;4270;p51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1" name="Google Shape;4271;p51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2" name="Google Shape;4272;p51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3" name="Google Shape;4273;p51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4" name="Google Shape;4274;p51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p51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51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51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p51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9" name="Google Shape;4279;p51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Google Shape;4280;p51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1" name="Google Shape;4281;p51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2" name="Google Shape;4282;p51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3" name="Google Shape;4283;p51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4" name="Google Shape;4284;p51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5" name="Google Shape;4285;p51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6" name="Google Shape;4286;p51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7" name="Google Shape;4287;p51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8" name="Google Shape;4288;p51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9" name="Google Shape;4289;p51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0" name="Google Shape;4290;p51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p51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2" name="Google Shape;4292;p51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3" name="Google Shape;4293;p51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4" name="Google Shape;4294;p51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5" name="Google Shape;4295;p51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6" name="Google Shape;4296;p51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7" name="Google Shape;4297;p51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8" name="Google Shape;4298;p51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9" name="Google Shape;4299;p51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p51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1" name="Google Shape;4301;p51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2" name="Google Shape;4302;p51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p51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4" name="Google Shape;4304;p51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p51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6" name="Google Shape;4306;p51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7" name="Google Shape;4307;p51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8" name="Google Shape;4308;p51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9" name="Google Shape;4309;p51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p51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1" name="Google Shape;4311;p51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2" name="Google Shape;4312;p51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3" name="Google Shape;4313;p51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4" name="Google Shape;4314;p51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5" name="Google Shape;4315;p51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6" name="Google Shape;4316;p51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7" name="Google Shape;4317;p51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8" name="Google Shape;4318;p51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9" name="Google Shape;4319;p51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0" name="Google Shape;4320;p51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1" name="Google Shape;4321;p51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2" name="Google Shape;4322;p51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3" name="Google Shape;4323;p51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4" name="Google Shape;4324;p51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5" name="Google Shape;4325;p51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6" name="Google Shape;4326;p51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7" name="Google Shape;4327;p51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8" name="Google Shape;4328;p51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9" name="Google Shape;4329;p51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0" name="Google Shape;4330;p51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1" name="Google Shape;4331;p51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2" name="Google Shape;4332;p51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3" name="Google Shape;4333;p51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4" name="Google Shape;4334;p51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5" name="Google Shape;4335;p51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6" name="Google Shape;4336;p51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51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p51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9" name="Google Shape;4339;p51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0" name="Google Shape;4340;p51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1" name="Google Shape;4341;p51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2" name="Google Shape;4342;p51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3" name="Google Shape;4343;p51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4" name="Google Shape;4344;p51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5" name="Google Shape;4345;p51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6" name="Google Shape;4346;p51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7" name="Google Shape;4347;p51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51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9" name="Google Shape;4349;p51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0" name="Google Shape;4350;p51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1" name="Google Shape;4351;p51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2" name="Google Shape;4352;p51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3" name="Google Shape;4353;p51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4" name="Google Shape;4354;p51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5" name="Google Shape;4355;p51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6" name="Google Shape;4356;p51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51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8" name="Google Shape;4358;p51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9" name="Google Shape;4359;p51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51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1" name="Google Shape;4361;p51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51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51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64" name="Google Shape;436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98" y="1670173"/>
            <a:ext cx="5845550" cy="31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8" name="Shape 4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9" name="Google Shape;4369;p52"/>
          <p:cNvSpPr txBox="1"/>
          <p:nvPr>
            <p:ph idx="1" type="body"/>
          </p:nvPr>
        </p:nvSpPr>
        <p:spPr>
          <a:xfrm>
            <a:off x="723900" y="1329450"/>
            <a:ext cx="74448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370" name="Google Shape;4370;p52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Query 8 Result:</a:t>
            </a:r>
            <a:endParaRPr/>
          </a:p>
        </p:txBody>
      </p:sp>
      <p:grpSp>
        <p:nvGrpSpPr>
          <p:cNvPr id="4371" name="Google Shape;4371;p52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4372" name="Google Shape;4372;p5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3" name="Google Shape;4373;p52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4" name="Google Shape;4374;p52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5" name="Google Shape;4375;p52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6" name="Google Shape;4376;p52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7" name="Google Shape;4377;p5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8" name="Google Shape;4378;p52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9" name="Google Shape;4379;p52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52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1" name="Google Shape;4381;p5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2" name="Google Shape;4382;p52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3" name="Google Shape;4383;p5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4" name="Google Shape;4384;p5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5" name="Google Shape;4385;p5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6" name="Google Shape;4386;p5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7" name="Google Shape;4387;p5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8" name="Google Shape;4388;p52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9" name="Google Shape;4389;p52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0" name="Google Shape;4390;p52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52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2" name="Google Shape;4392;p5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5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52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52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52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52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5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52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52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52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52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5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4" name="Google Shape;4404;p5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52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52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52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5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52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0" name="Google Shape;4410;p5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1" name="Google Shape;4411;p52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2" name="Google Shape;4412;p52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3" name="Google Shape;4413;p5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4" name="Google Shape;4414;p5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5" name="Google Shape;4415;p52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6" name="Google Shape;4416;p52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52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8" name="Google Shape;4418;p5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9" name="Google Shape;4419;p5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0" name="Google Shape;4420;p52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1" name="Google Shape;4421;p5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2" name="Google Shape;4422;p52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3" name="Google Shape;4423;p52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p5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5" name="Google Shape;4425;p5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p5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p52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p52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52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0" name="Google Shape;4430;p52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52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52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5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5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5" name="Google Shape;4435;p5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6" name="Google Shape;4436;p5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7" name="Google Shape;4437;p52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8" name="Google Shape;4438;p52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9" name="Google Shape;4439;p5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0" name="Google Shape;4440;p52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1" name="Google Shape;4441;p5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2" name="Google Shape;4442;p52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3" name="Google Shape;4443;p52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4" name="Google Shape;4444;p5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5" name="Google Shape;4445;p52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6" name="Google Shape;4446;p52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7" name="Google Shape;4447;p52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8" name="Google Shape;4448;p52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9" name="Google Shape;4449;p52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52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52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2" name="Google Shape;4452;p52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52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4" name="Google Shape;4454;p5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5" name="Google Shape;4455;p5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5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52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8" name="Google Shape;4458;p52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9" name="Google Shape;4459;p52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0" name="Google Shape;4460;p5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1" name="Google Shape;4461;p52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2" name="Google Shape;4462;p52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3" name="Google Shape;4463;p52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4" name="Google Shape;4464;p5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5" name="Google Shape;4465;p5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6" name="Google Shape;4466;p52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52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52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52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0" name="Google Shape;4470;p52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1" name="Google Shape;4471;p5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2" name="Google Shape;4472;p52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3" name="Google Shape;4473;p52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4" name="Google Shape;4474;p52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5" name="Google Shape;4475;p52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6" name="Google Shape;4476;p5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7" name="Google Shape;4477;p5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8" name="Google Shape;4478;p52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9" name="Google Shape;4479;p52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0" name="Google Shape;4480;p52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1" name="Google Shape;4481;p52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2" name="Google Shape;4482;p52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3" name="Google Shape;4483;p5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4" name="Google Shape;4484;p52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5" name="Google Shape;4485;p5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5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7" name="Google Shape;4487;p52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8" name="Google Shape;4488;p52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89" name="Google Shape;448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48" y="1478850"/>
            <a:ext cx="7433495" cy="78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0" name="Google Shape;449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50" y="2554650"/>
            <a:ext cx="3572525" cy="10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4" name="Shape 4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" name="Google Shape;4495;p53"/>
          <p:cNvSpPr txBox="1"/>
          <p:nvPr>
            <p:ph type="title"/>
          </p:nvPr>
        </p:nvSpPr>
        <p:spPr>
          <a:xfrm>
            <a:off x="1977957" y="552451"/>
            <a:ext cx="5188086" cy="11554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496" name="Google Shape;4496;p53"/>
          <p:cNvSpPr txBox="1"/>
          <p:nvPr>
            <p:ph idx="1" type="body"/>
          </p:nvPr>
        </p:nvSpPr>
        <p:spPr>
          <a:xfrm>
            <a:off x="1977957" y="1558712"/>
            <a:ext cx="5188086" cy="1035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286"/>
              <a:buNone/>
            </a:pPr>
            <a:r>
              <a:rPr lang="en" sz="2100"/>
              <a:t>Does anyone have any questions?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28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Workplan by Slidesgo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